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heme/themeOverride1.xml" ContentType="application/vnd.openxmlformats-officedocument.themeOverr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heme/themeOverride2.xml" ContentType="application/vnd.openxmlformats-officedocument.themeOverr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heme/themeOverride3.xml" ContentType="application/vnd.openxmlformats-officedocument.themeOverride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heme/themeOverride4.xml" ContentType="application/vnd.openxmlformats-officedocument.themeOverride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5.xml" ContentType="application/vnd.openxmlformats-officedocument.theme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heme/themeOverride5.xml" ContentType="application/vnd.openxmlformats-officedocument.themeOverride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6.xml" ContentType="application/vnd.openxmlformats-officedocument.theme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heme/themeOverride6.xml" ContentType="application/vnd.openxmlformats-officedocument.themeOverride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7.xml" ContentType="application/vnd.openxmlformats-officedocument.theme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heme/themeOverride7.xml" ContentType="application/vnd.openxmlformats-officedocument.themeOverride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8.xml" ContentType="application/vnd.openxmlformats-officedocument.theme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heme/themeOverride8.xml" ContentType="application/vnd.openxmlformats-officedocument.themeOverride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9.xml" ContentType="application/vnd.openxmlformats-officedocument.theme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heme/themeOverride9.xml" ContentType="application/vnd.openxmlformats-officedocument.themeOverride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10.xml" ContentType="application/vnd.openxmlformats-officedocument.theme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heme/themeOverride10.xml" ContentType="application/vnd.openxmlformats-officedocument.themeOverride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11.xml" ContentType="application/vnd.openxmlformats-officedocument.theme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heme/themeOverride11.xml" ContentType="application/vnd.openxmlformats-officedocument.themeOverride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theme/theme12.xml" ContentType="application/vnd.openxmlformats-officedocument.theme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heme/themeOverride12.xml" ContentType="application/vnd.openxmlformats-officedocument.themeOverride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theme/theme13.xml" ContentType="application/vnd.openxmlformats-officedocument.theme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heme/themeOverride13.xml" ContentType="application/vnd.openxmlformats-officedocument.themeOverride+xml"/>
  <Override PartName="/ppt/tags/tag458.xml" ContentType="application/vnd.openxmlformats-officedocument.presentationml.tags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theme/theme14.xml" ContentType="application/vnd.openxmlformats-officedocument.theme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heme/themeOverride14.xml" ContentType="application/vnd.openxmlformats-officedocument.themeOverride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theme/theme15.xml" ContentType="application/vnd.openxmlformats-officedocument.theme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heme/themeOverride15.xml" ContentType="application/vnd.openxmlformats-officedocument.themeOverride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theme/theme16.xml" ContentType="application/vnd.openxmlformats-officedocument.theme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heme/themeOverride16.xml" ContentType="application/vnd.openxmlformats-officedocument.themeOverride+xml"/>
  <Override PartName="/ppt/tags/tag552.xml" ContentType="application/vnd.openxmlformats-officedocument.presentationml.tags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theme/theme17.xml" ContentType="application/vnd.openxmlformats-officedocument.theme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theme/theme18.xml" ContentType="application/vnd.openxmlformats-officedocument.theme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heme/themeOverride17.xml" ContentType="application/vnd.openxmlformats-officedocument.themeOverride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theme/theme19.xml" ContentType="application/vnd.openxmlformats-officedocument.theme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theme/theme20.xml" ContentType="application/vnd.openxmlformats-officedocument.theme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heme/themeOverride18.xml" ContentType="application/vnd.openxmlformats-officedocument.themeOverride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theme/theme21.xml" ContentType="application/vnd.openxmlformats-officedocument.theme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heme/themeOverride19.xml" ContentType="application/vnd.openxmlformats-officedocument.themeOverride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theme/theme22.xml" ContentType="application/vnd.openxmlformats-officedocument.theme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heme/theme2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86" r:id="rId1"/>
    <p:sldMasterId id="2147483933" r:id="rId2"/>
    <p:sldMasterId id="2147483945" r:id="rId3"/>
    <p:sldMasterId id="2147484092" r:id="rId4"/>
    <p:sldMasterId id="2147484103" r:id="rId5"/>
    <p:sldMasterId id="2147484114" r:id="rId6"/>
    <p:sldMasterId id="2147484300" r:id="rId7"/>
    <p:sldMasterId id="2147484584" r:id="rId8"/>
    <p:sldMasterId id="2147484725" r:id="rId9"/>
    <p:sldMasterId id="2147484736" r:id="rId10"/>
    <p:sldMasterId id="2147484882" r:id="rId11"/>
    <p:sldMasterId id="2147484894" r:id="rId12"/>
    <p:sldMasterId id="2147485036" r:id="rId13"/>
    <p:sldMasterId id="2147485041" r:id="rId14"/>
    <p:sldMasterId id="2147485069" r:id="rId15"/>
    <p:sldMasterId id="2147485079" r:id="rId16"/>
    <p:sldMasterId id="2147485085" r:id="rId17"/>
    <p:sldMasterId id="2147485103" r:id="rId18"/>
    <p:sldMasterId id="2147485113" r:id="rId19"/>
    <p:sldMasterId id="2147485123" r:id="rId20"/>
    <p:sldMasterId id="2147485417" r:id="rId21"/>
    <p:sldMasterId id="2147485424" r:id="rId22"/>
  </p:sldMasterIdLst>
  <p:notesMasterIdLst>
    <p:notesMasterId r:id="rId24"/>
  </p:notesMasterIdLst>
  <p:sldIdLst>
    <p:sldId id="8027" r:id="rId23"/>
  </p:sldIdLst>
  <p:sldSz cx="97155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28625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858837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28905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717675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 지연" initials="김지" lastIdx="2" clrIdx="0">
    <p:extLst>
      <p:ext uri="{19B8F6BF-5375-455C-9EA6-DF929625EA0E}">
        <p15:presenceInfo xmlns:p15="http://schemas.microsoft.com/office/powerpoint/2012/main" userId="052c2138aaf0ccb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41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BD5"/>
          </a:solidFill>
        </a:fill>
      </a:tcStyle>
    </a:wholeTbl>
    <a:band2H>
      <a:tcTxStyle/>
      <a:tcStyle>
        <a:tcBdr/>
        <a:fill>
          <a:solidFill>
            <a:srgbClr val="E6E7EB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2"/>
          </a:solidFill>
        </a:fill>
      </a:tcStyle>
    </a:wholeTbl>
    <a:band2H>
      <a:tcTxStyle/>
      <a:tcStyle>
        <a:tcBdr/>
        <a:fill>
          <a:solidFill>
            <a:srgbClr val="E6F0F9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BF2CA"/>
          </a:solidFill>
        </a:fill>
      </a:tcStyle>
    </a:wholeTbl>
    <a:band2H>
      <a:tcTxStyle/>
      <a:tcStyle>
        <a:tcBdr/>
        <a:fill>
          <a:solidFill>
            <a:srgbClr val="F5F9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817" autoAdjust="0"/>
  </p:normalViewPr>
  <p:slideViewPr>
    <p:cSldViewPr snapToGrid="0">
      <p:cViewPr varScale="1">
        <p:scale>
          <a:sx n="85" d="100"/>
          <a:sy n="85" d="100"/>
        </p:scale>
        <p:origin x="951" y="4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684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Master" Target="slideMasters/slideMaster2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1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Shape 172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25" name="Shape 17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300"/>
      </a:spcBef>
      <a:defRPr sz="1100">
        <a:latin typeface="+mj-lt"/>
        <a:ea typeface="+mj-ea"/>
        <a:cs typeface="+mj-cs"/>
        <a:sym typeface="맑은 고딕"/>
      </a:defRPr>
    </a:lvl1pPr>
    <a:lvl2pPr indent="228600" latinLnBrk="0">
      <a:spcBef>
        <a:spcPts val="300"/>
      </a:spcBef>
      <a:defRPr sz="1100">
        <a:latin typeface="+mj-lt"/>
        <a:ea typeface="+mj-ea"/>
        <a:cs typeface="+mj-cs"/>
        <a:sym typeface="맑은 고딕"/>
      </a:defRPr>
    </a:lvl2pPr>
    <a:lvl3pPr indent="457200" latinLnBrk="0">
      <a:spcBef>
        <a:spcPts val="300"/>
      </a:spcBef>
      <a:defRPr sz="1100">
        <a:latin typeface="+mj-lt"/>
        <a:ea typeface="+mj-ea"/>
        <a:cs typeface="+mj-cs"/>
        <a:sym typeface="맑은 고딕"/>
      </a:defRPr>
    </a:lvl3pPr>
    <a:lvl4pPr indent="685800" latinLnBrk="0">
      <a:spcBef>
        <a:spcPts val="300"/>
      </a:spcBef>
      <a:defRPr sz="1100">
        <a:latin typeface="+mj-lt"/>
        <a:ea typeface="+mj-ea"/>
        <a:cs typeface="+mj-cs"/>
        <a:sym typeface="맑은 고딕"/>
      </a:defRPr>
    </a:lvl4pPr>
    <a:lvl5pPr indent="914400" latinLnBrk="0">
      <a:spcBef>
        <a:spcPts val="300"/>
      </a:spcBef>
      <a:defRPr sz="1100">
        <a:latin typeface="+mj-lt"/>
        <a:ea typeface="+mj-ea"/>
        <a:cs typeface="+mj-cs"/>
        <a:sym typeface="맑은 고딕"/>
      </a:defRPr>
    </a:lvl5pPr>
    <a:lvl6pPr indent="1143000" latinLnBrk="0">
      <a:spcBef>
        <a:spcPts val="300"/>
      </a:spcBef>
      <a:defRPr sz="1100">
        <a:latin typeface="+mj-lt"/>
        <a:ea typeface="+mj-ea"/>
        <a:cs typeface="+mj-cs"/>
        <a:sym typeface="맑은 고딕"/>
      </a:defRPr>
    </a:lvl6pPr>
    <a:lvl7pPr indent="1371600" latinLnBrk="0">
      <a:spcBef>
        <a:spcPts val="300"/>
      </a:spcBef>
      <a:defRPr sz="1100">
        <a:latin typeface="+mj-lt"/>
        <a:ea typeface="+mj-ea"/>
        <a:cs typeface="+mj-cs"/>
        <a:sym typeface="맑은 고딕"/>
      </a:defRPr>
    </a:lvl7pPr>
    <a:lvl8pPr indent="1600200" latinLnBrk="0">
      <a:spcBef>
        <a:spcPts val="300"/>
      </a:spcBef>
      <a:defRPr sz="1100">
        <a:latin typeface="+mj-lt"/>
        <a:ea typeface="+mj-ea"/>
        <a:cs typeface="+mj-cs"/>
        <a:sym typeface="맑은 고딕"/>
      </a:defRPr>
    </a:lvl8pPr>
    <a:lvl9pPr indent="1828800" latinLnBrk="0">
      <a:spcBef>
        <a:spcPts val="300"/>
      </a:spcBef>
      <a:defRPr sz="1100">
        <a:latin typeface="+mj-lt"/>
        <a:ea typeface="+mj-ea"/>
        <a:cs typeface="+mj-cs"/>
        <a:sym typeface="맑은 고딕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13" Type="http://schemas.openxmlformats.org/officeDocument/2006/relationships/tags" Target="../tags/tag18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tags" Target="../tags/tag17.xml"/><Relationship Id="rId17" Type="http://schemas.openxmlformats.org/officeDocument/2006/relationships/oleObject" Target="../embeddings/oleObject1.bin"/><Relationship Id="rId2" Type="http://schemas.openxmlformats.org/officeDocument/2006/relationships/tags" Target="../tags/tag7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tags" Target="../tags/tag16.xml"/><Relationship Id="rId5" Type="http://schemas.openxmlformats.org/officeDocument/2006/relationships/tags" Target="../tags/tag10.xml"/><Relationship Id="rId15" Type="http://schemas.openxmlformats.org/officeDocument/2006/relationships/tags" Target="../tags/tag20.xml"/><Relationship Id="rId10" Type="http://schemas.openxmlformats.org/officeDocument/2006/relationships/tags" Target="../tags/tag15.xml"/><Relationship Id="rId4" Type="http://schemas.openxmlformats.org/officeDocument/2006/relationships/tags" Target="../tags/tag9.xml"/><Relationship Id="rId9" Type="http://schemas.openxmlformats.org/officeDocument/2006/relationships/tags" Target="../tags/tag14.xml"/><Relationship Id="rId14" Type="http://schemas.openxmlformats.org/officeDocument/2006/relationships/tags" Target="../tags/tag19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oleObject" Target="../embeddings/oleObject1.bin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6.xml"/><Relationship Id="rId1" Type="http://schemas.openxmlformats.org/officeDocument/2006/relationships/themeOverride" Target="../theme/themeOverride1.xml"/><Relationship Id="rId4" Type="http://schemas.openxmlformats.org/officeDocument/2006/relationships/oleObject" Target="../embeddings/oleObject1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4" Type="http://schemas.openxmlformats.org/officeDocument/2006/relationships/oleObject" Target="../embeddings/oleObject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4" Type="http://schemas.openxmlformats.org/officeDocument/2006/relationships/oleObject" Target="../embeddings/oleObject1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4" Type="http://schemas.openxmlformats.org/officeDocument/2006/relationships/oleObject" Target="../embeddings/oleObject1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4" Type="http://schemas.openxmlformats.org/officeDocument/2006/relationships/oleObject" Target="../embeddings/oleObject1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4" Type="http://schemas.openxmlformats.org/officeDocument/2006/relationships/oleObject" Target="../embeddings/oleObject1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tags" Target="../tags/tag58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12" Type="http://schemas.openxmlformats.org/officeDocument/2006/relationships/tags" Target="../tags/tag57.xml"/><Relationship Id="rId17" Type="http://schemas.openxmlformats.org/officeDocument/2006/relationships/oleObject" Target="../embeddings/oleObject1.bin"/><Relationship Id="rId2" Type="http://schemas.openxmlformats.org/officeDocument/2006/relationships/tags" Target="../tags/tag47.xml"/><Relationship Id="rId16" Type="http://schemas.openxmlformats.org/officeDocument/2006/relationships/slideMaster" Target="../slideMasters/slideMaster2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5" Type="http://schemas.openxmlformats.org/officeDocument/2006/relationships/tags" Target="../tags/tag50.xml"/><Relationship Id="rId15" Type="http://schemas.openxmlformats.org/officeDocument/2006/relationships/tags" Target="../tags/tag60.xml"/><Relationship Id="rId10" Type="http://schemas.openxmlformats.org/officeDocument/2006/relationships/tags" Target="../tags/tag55.xml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tags" Target="../tags/tag59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7" Type="http://schemas.openxmlformats.org/officeDocument/2006/relationships/oleObject" Target="../embeddings/oleObject1.bin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65.xml"/><Relationship Id="rId4" Type="http://schemas.openxmlformats.org/officeDocument/2006/relationships/tags" Target="../tags/tag64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66.xml"/><Relationship Id="rId1" Type="http://schemas.openxmlformats.org/officeDocument/2006/relationships/themeOverride" Target="../theme/themeOverride2.xml"/><Relationship Id="rId4" Type="http://schemas.openxmlformats.org/officeDocument/2006/relationships/oleObject" Target="../embeddings/oleObject1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4" Type="http://schemas.openxmlformats.org/officeDocument/2006/relationships/oleObject" Target="../embeddings/oleObject1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4" Type="http://schemas.openxmlformats.org/officeDocument/2006/relationships/oleObject" Target="../embeddings/oleObject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4" Type="http://schemas.openxmlformats.org/officeDocument/2006/relationships/oleObject" Target="../embeddings/oleObject1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4" Type="http://schemas.openxmlformats.org/officeDocument/2006/relationships/oleObject" Target="../embeddings/oleObject1.bin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4" Type="http://schemas.openxmlformats.org/officeDocument/2006/relationships/oleObject" Target="../embeddings/oleObject1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1.bin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oleObject" Target="../embeddings/oleObject1.bin"/><Relationship Id="rId2" Type="http://schemas.openxmlformats.org/officeDocument/2006/relationships/tags" Target="../tags/tag87.xml"/><Relationship Id="rId16" Type="http://schemas.openxmlformats.org/officeDocument/2006/relationships/slideMaster" Target="../slideMasters/slideMaster3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10" Type="http://schemas.openxmlformats.org/officeDocument/2006/relationships/tags" Target="../tags/tag95.xml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7" Type="http://schemas.openxmlformats.org/officeDocument/2006/relationships/oleObject" Target="../embeddings/oleObject1.bin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105.xml"/><Relationship Id="rId4" Type="http://schemas.openxmlformats.org/officeDocument/2006/relationships/tags" Target="../tags/tag104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06.xml"/><Relationship Id="rId1" Type="http://schemas.openxmlformats.org/officeDocument/2006/relationships/themeOverride" Target="../theme/themeOverride3.xml"/><Relationship Id="rId4" Type="http://schemas.openxmlformats.org/officeDocument/2006/relationships/oleObject" Target="../embeddings/oleObject1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4" Type="http://schemas.openxmlformats.org/officeDocument/2006/relationships/oleObject" Target="../embeddings/oleObject1.bin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4" Type="http://schemas.openxmlformats.org/officeDocument/2006/relationships/oleObject" Target="../embeddings/oleObject1.bin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4" Type="http://schemas.openxmlformats.org/officeDocument/2006/relationships/oleObject" Target="../embeddings/oleObject1.bin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4" Type="http://schemas.openxmlformats.org/officeDocument/2006/relationships/oleObject" Target="../embeddings/oleObject1.bin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13" Type="http://schemas.openxmlformats.org/officeDocument/2006/relationships/tags" Target="../tags/tag134.xml"/><Relationship Id="rId3" Type="http://schemas.openxmlformats.org/officeDocument/2006/relationships/tags" Target="../tags/tag124.xml"/><Relationship Id="rId7" Type="http://schemas.openxmlformats.org/officeDocument/2006/relationships/tags" Target="../tags/tag128.xml"/><Relationship Id="rId12" Type="http://schemas.openxmlformats.org/officeDocument/2006/relationships/tags" Target="../tags/tag133.xml"/><Relationship Id="rId17" Type="http://schemas.openxmlformats.org/officeDocument/2006/relationships/oleObject" Target="../embeddings/oleObject1.bin"/><Relationship Id="rId2" Type="http://schemas.openxmlformats.org/officeDocument/2006/relationships/tags" Target="../tags/tag123.xml"/><Relationship Id="rId16" Type="http://schemas.openxmlformats.org/officeDocument/2006/relationships/slideMaster" Target="../slideMasters/slideMaster4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tags" Target="../tags/tag132.xml"/><Relationship Id="rId5" Type="http://schemas.openxmlformats.org/officeDocument/2006/relationships/tags" Target="../tags/tag126.xml"/><Relationship Id="rId15" Type="http://schemas.openxmlformats.org/officeDocument/2006/relationships/tags" Target="../tags/tag136.xml"/><Relationship Id="rId10" Type="http://schemas.openxmlformats.org/officeDocument/2006/relationships/tags" Target="../tags/tag131.xml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4" Type="http://schemas.openxmlformats.org/officeDocument/2006/relationships/tags" Target="../tags/tag135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139.xml"/><Relationship Id="rId7" Type="http://schemas.openxmlformats.org/officeDocument/2006/relationships/oleObject" Target="../embeddings/oleObject1.bin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141.xml"/><Relationship Id="rId4" Type="http://schemas.openxmlformats.org/officeDocument/2006/relationships/tags" Target="../tags/tag140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42.xml"/><Relationship Id="rId1" Type="http://schemas.openxmlformats.org/officeDocument/2006/relationships/themeOverride" Target="../theme/themeOverride4.xml"/><Relationship Id="rId4" Type="http://schemas.openxmlformats.org/officeDocument/2006/relationships/oleObject" Target="../embeddings/oleObject1.bin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44.xml"/><Relationship Id="rId1" Type="http://schemas.openxmlformats.org/officeDocument/2006/relationships/tags" Target="../tags/tag143.xml"/><Relationship Id="rId4" Type="http://schemas.openxmlformats.org/officeDocument/2006/relationships/oleObject" Target="../embeddings/oleObject1.bin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4" Type="http://schemas.openxmlformats.org/officeDocument/2006/relationships/oleObject" Target="../embeddings/oleObject1.bin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4" Type="http://schemas.openxmlformats.org/officeDocument/2006/relationships/oleObject" Target="../embeddings/oleObject1.bin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4" Type="http://schemas.openxmlformats.org/officeDocument/2006/relationships/oleObject" Target="../embeddings/oleObject1.bin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4" Type="http://schemas.openxmlformats.org/officeDocument/2006/relationships/oleObject" Target="../embeddings/oleObject1.bin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54.xml"/><Relationship Id="rId1" Type="http://schemas.openxmlformats.org/officeDocument/2006/relationships/tags" Target="../tags/tag153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tags" Target="../tags/tag167.xml"/><Relationship Id="rId13" Type="http://schemas.openxmlformats.org/officeDocument/2006/relationships/tags" Target="../tags/tag172.xml"/><Relationship Id="rId3" Type="http://schemas.openxmlformats.org/officeDocument/2006/relationships/tags" Target="../tags/tag162.xml"/><Relationship Id="rId7" Type="http://schemas.openxmlformats.org/officeDocument/2006/relationships/tags" Target="../tags/tag166.xml"/><Relationship Id="rId12" Type="http://schemas.openxmlformats.org/officeDocument/2006/relationships/tags" Target="../tags/tag171.xml"/><Relationship Id="rId17" Type="http://schemas.openxmlformats.org/officeDocument/2006/relationships/oleObject" Target="../embeddings/oleObject1.bin"/><Relationship Id="rId2" Type="http://schemas.openxmlformats.org/officeDocument/2006/relationships/tags" Target="../tags/tag161.xml"/><Relationship Id="rId16" Type="http://schemas.openxmlformats.org/officeDocument/2006/relationships/slideMaster" Target="../slideMasters/slideMaster5.xml"/><Relationship Id="rId1" Type="http://schemas.openxmlformats.org/officeDocument/2006/relationships/tags" Target="../tags/tag160.xml"/><Relationship Id="rId6" Type="http://schemas.openxmlformats.org/officeDocument/2006/relationships/tags" Target="../tags/tag165.xml"/><Relationship Id="rId11" Type="http://schemas.openxmlformats.org/officeDocument/2006/relationships/tags" Target="../tags/tag170.xml"/><Relationship Id="rId5" Type="http://schemas.openxmlformats.org/officeDocument/2006/relationships/tags" Target="../tags/tag164.xml"/><Relationship Id="rId15" Type="http://schemas.openxmlformats.org/officeDocument/2006/relationships/tags" Target="../tags/tag174.xml"/><Relationship Id="rId10" Type="http://schemas.openxmlformats.org/officeDocument/2006/relationships/tags" Target="../tags/tag169.xml"/><Relationship Id="rId4" Type="http://schemas.openxmlformats.org/officeDocument/2006/relationships/tags" Target="../tags/tag163.xml"/><Relationship Id="rId9" Type="http://schemas.openxmlformats.org/officeDocument/2006/relationships/tags" Target="../tags/tag168.xml"/><Relationship Id="rId14" Type="http://schemas.openxmlformats.org/officeDocument/2006/relationships/tags" Target="../tags/tag17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tags" Target="../tags/tag177.xml"/><Relationship Id="rId7" Type="http://schemas.openxmlformats.org/officeDocument/2006/relationships/oleObject" Target="../embeddings/oleObject1.bin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179.xml"/><Relationship Id="rId4" Type="http://schemas.openxmlformats.org/officeDocument/2006/relationships/tags" Target="../tags/tag178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80.xml"/><Relationship Id="rId1" Type="http://schemas.openxmlformats.org/officeDocument/2006/relationships/themeOverride" Target="../theme/themeOverride5.xml"/><Relationship Id="rId4" Type="http://schemas.openxmlformats.org/officeDocument/2006/relationships/oleObject" Target="../embeddings/oleObject1.bin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82.xml"/><Relationship Id="rId1" Type="http://schemas.openxmlformats.org/officeDocument/2006/relationships/tags" Target="../tags/tag181.xml"/><Relationship Id="rId4" Type="http://schemas.openxmlformats.org/officeDocument/2006/relationships/oleObject" Target="../embeddings/oleObject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84.xml"/><Relationship Id="rId1" Type="http://schemas.openxmlformats.org/officeDocument/2006/relationships/tags" Target="../tags/tag183.xml"/><Relationship Id="rId4" Type="http://schemas.openxmlformats.org/officeDocument/2006/relationships/oleObject" Target="../embeddings/oleObject1.bin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4" Type="http://schemas.openxmlformats.org/officeDocument/2006/relationships/oleObject" Target="../embeddings/oleObject1.bin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4" Type="http://schemas.openxmlformats.org/officeDocument/2006/relationships/oleObject" Target="../embeddings/oleObject1.bin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tags" Target="../tags/tag203.xml"/><Relationship Id="rId13" Type="http://schemas.openxmlformats.org/officeDocument/2006/relationships/tags" Target="../tags/tag208.xml"/><Relationship Id="rId3" Type="http://schemas.openxmlformats.org/officeDocument/2006/relationships/tags" Target="../tags/tag198.xml"/><Relationship Id="rId7" Type="http://schemas.openxmlformats.org/officeDocument/2006/relationships/tags" Target="../tags/tag202.xml"/><Relationship Id="rId12" Type="http://schemas.openxmlformats.org/officeDocument/2006/relationships/tags" Target="../tags/tag207.xml"/><Relationship Id="rId17" Type="http://schemas.openxmlformats.org/officeDocument/2006/relationships/oleObject" Target="../embeddings/oleObject1.bin"/><Relationship Id="rId2" Type="http://schemas.openxmlformats.org/officeDocument/2006/relationships/tags" Target="../tags/tag197.xml"/><Relationship Id="rId16" Type="http://schemas.openxmlformats.org/officeDocument/2006/relationships/slideMaster" Target="../slideMasters/slideMaster6.xml"/><Relationship Id="rId1" Type="http://schemas.openxmlformats.org/officeDocument/2006/relationships/tags" Target="../tags/tag196.xml"/><Relationship Id="rId6" Type="http://schemas.openxmlformats.org/officeDocument/2006/relationships/tags" Target="../tags/tag201.xml"/><Relationship Id="rId11" Type="http://schemas.openxmlformats.org/officeDocument/2006/relationships/tags" Target="../tags/tag206.xml"/><Relationship Id="rId5" Type="http://schemas.openxmlformats.org/officeDocument/2006/relationships/tags" Target="../tags/tag200.xml"/><Relationship Id="rId15" Type="http://schemas.openxmlformats.org/officeDocument/2006/relationships/tags" Target="../tags/tag210.xml"/><Relationship Id="rId10" Type="http://schemas.openxmlformats.org/officeDocument/2006/relationships/tags" Target="../tags/tag205.xml"/><Relationship Id="rId4" Type="http://schemas.openxmlformats.org/officeDocument/2006/relationships/tags" Target="../tags/tag199.xml"/><Relationship Id="rId9" Type="http://schemas.openxmlformats.org/officeDocument/2006/relationships/tags" Target="../tags/tag204.xml"/><Relationship Id="rId14" Type="http://schemas.openxmlformats.org/officeDocument/2006/relationships/tags" Target="../tags/tag209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tags" Target="../tags/tag213.xml"/><Relationship Id="rId7" Type="http://schemas.openxmlformats.org/officeDocument/2006/relationships/oleObject" Target="../embeddings/oleObject1.bin"/><Relationship Id="rId2" Type="http://schemas.openxmlformats.org/officeDocument/2006/relationships/tags" Target="../tags/tag212.xml"/><Relationship Id="rId1" Type="http://schemas.openxmlformats.org/officeDocument/2006/relationships/tags" Target="../tags/tag211.xml"/><Relationship Id="rId6" Type="http://schemas.openxmlformats.org/officeDocument/2006/relationships/slideMaster" Target="../slideMasters/slideMaster6.xml"/><Relationship Id="rId5" Type="http://schemas.openxmlformats.org/officeDocument/2006/relationships/tags" Target="../tags/tag215.xml"/><Relationship Id="rId4" Type="http://schemas.openxmlformats.org/officeDocument/2006/relationships/tags" Target="../tags/tag214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216.xml"/><Relationship Id="rId1" Type="http://schemas.openxmlformats.org/officeDocument/2006/relationships/themeOverride" Target="../theme/themeOverride6.xml"/><Relationship Id="rId4" Type="http://schemas.openxmlformats.org/officeDocument/2006/relationships/oleObject" Target="../embeddings/oleObject1.bin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218.xml"/><Relationship Id="rId1" Type="http://schemas.openxmlformats.org/officeDocument/2006/relationships/tags" Target="../tags/tag217.xml"/><Relationship Id="rId4" Type="http://schemas.openxmlformats.org/officeDocument/2006/relationships/oleObject" Target="../embeddings/oleObject1.bin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220.xml"/><Relationship Id="rId1" Type="http://schemas.openxmlformats.org/officeDocument/2006/relationships/tags" Target="../tags/tag219.xml"/><Relationship Id="rId4" Type="http://schemas.openxmlformats.org/officeDocument/2006/relationships/oleObject" Target="../embeddings/oleObject1.bin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222.xml"/><Relationship Id="rId1" Type="http://schemas.openxmlformats.org/officeDocument/2006/relationships/tags" Target="../tags/tag221.xml"/><Relationship Id="rId4" Type="http://schemas.openxmlformats.org/officeDocument/2006/relationships/oleObject" Target="../embeddings/oleObject1.bin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224.xml"/><Relationship Id="rId1" Type="http://schemas.openxmlformats.org/officeDocument/2006/relationships/tags" Target="../tags/tag223.xml"/><Relationship Id="rId4" Type="http://schemas.openxmlformats.org/officeDocument/2006/relationships/oleObject" Target="../embeddings/oleObject1.bin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226.xml"/><Relationship Id="rId1" Type="http://schemas.openxmlformats.org/officeDocument/2006/relationships/tags" Target="../tags/tag225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tags" Target="../tags/tag239.xml"/><Relationship Id="rId13" Type="http://schemas.openxmlformats.org/officeDocument/2006/relationships/tags" Target="../tags/tag244.xml"/><Relationship Id="rId3" Type="http://schemas.openxmlformats.org/officeDocument/2006/relationships/tags" Target="../tags/tag234.xml"/><Relationship Id="rId7" Type="http://schemas.openxmlformats.org/officeDocument/2006/relationships/tags" Target="../tags/tag238.xml"/><Relationship Id="rId12" Type="http://schemas.openxmlformats.org/officeDocument/2006/relationships/tags" Target="../tags/tag243.xml"/><Relationship Id="rId17" Type="http://schemas.openxmlformats.org/officeDocument/2006/relationships/oleObject" Target="../embeddings/oleObject1.bin"/><Relationship Id="rId2" Type="http://schemas.openxmlformats.org/officeDocument/2006/relationships/tags" Target="../tags/tag233.xml"/><Relationship Id="rId16" Type="http://schemas.openxmlformats.org/officeDocument/2006/relationships/slideMaster" Target="../slideMasters/slideMaster7.xml"/><Relationship Id="rId1" Type="http://schemas.openxmlformats.org/officeDocument/2006/relationships/tags" Target="../tags/tag232.xml"/><Relationship Id="rId6" Type="http://schemas.openxmlformats.org/officeDocument/2006/relationships/tags" Target="../tags/tag237.xml"/><Relationship Id="rId11" Type="http://schemas.openxmlformats.org/officeDocument/2006/relationships/tags" Target="../tags/tag242.xml"/><Relationship Id="rId5" Type="http://schemas.openxmlformats.org/officeDocument/2006/relationships/tags" Target="../tags/tag236.xml"/><Relationship Id="rId15" Type="http://schemas.openxmlformats.org/officeDocument/2006/relationships/tags" Target="../tags/tag246.xml"/><Relationship Id="rId10" Type="http://schemas.openxmlformats.org/officeDocument/2006/relationships/tags" Target="../tags/tag241.xml"/><Relationship Id="rId4" Type="http://schemas.openxmlformats.org/officeDocument/2006/relationships/tags" Target="../tags/tag235.xml"/><Relationship Id="rId9" Type="http://schemas.openxmlformats.org/officeDocument/2006/relationships/tags" Target="../tags/tag240.xml"/><Relationship Id="rId14" Type="http://schemas.openxmlformats.org/officeDocument/2006/relationships/tags" Target="../tags/tag245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tags" Target="../tags/tag249.xml"/><Relationship Id="rId7" Type="http://schemas.openxmlformats.org/officeDocument/2006/relationships/oleObject" Target="../embeddings/oleObject1.bin"/><Relationship Id="rId2" Type="http://schemas.openxmlformats.org/officeDocument/2006/relationships/tags" Target="../tags/tag248.xml"/><Relationship Id="rId1" Type="http://schemas.openxmlformats.org/officeDocument/2006/relationships/tags" Target="../tags/tag247.xml"/><Relationship Id="rId6" Type="http://schemas.openxmlformats.org/officeDocument/2006/relationships/slideMaster" Target="../slideMasters/slideMaster7.xml"/><Relationship Id="rId5" Type="http://schemas.openxmlformats.org/officeDocument/2006/relationships/tags" Target="../tags/tag251.xml"/><Relationship Id="rId4" Type="http://schemas.openxmlformats.org/officeDocument/2006/relationships/tags" Target="../tags/tag250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52.xml"/><Relationship Id="rId1" Type="http://schemas.openxmlformats.org/officeDocument/2006/relationships/themeOverride" Target="../theme/themeOverride7.xml"/><Relationship Id="rId4" Type="http://schemas.openxmlformats.org/officeDocument/2006/relationships/oleObject" Target="../embeddings/oleObject1.bin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54.xml"/><Relationship Id="rId1" Type="http://schemas.openxmlformats.org/officeDocument/2006/relationships/tags" Target="../tags/tag253.xml"/><Relationship Id="rId4" Type="http://schemas.openxmlformats.org/officeDocument/2006/relationships/oleObject" Target="../embeddings/oleObject1.bin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56.xml"/><Relationship Id="rId1" Type="http://schemas.openxmlformats.org/officeDocument/2006/relationships/tags" Target="../tags/tag255.xml"/><Relationship Id="rId4" Type="http://schemas.openxmlformats.org/officeDocument/2006/relationships/oleObject" Target="../embeddings/oleObject1.bin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58.xml"/><Relationship Id="rId1" Type="http://schemas.openxmlformats.org/officeDocument/2006/relationships/tags" Target="../tags/tag257.xml"/><Relationship Id="rId4" Type="http://schemas.openxmlformats.org/officeDocument/2006/relationships/oleObject" Target="../embeddings/oleObject1.bin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60.xml"/><Relationship Id="rId1" Type="http://schemas.openxmlformats.org/officeDocument/2006/relationships/tags" Target="../tags/tag259.xml"/><Relationship Id="rId4" Type="http://schemas.openxmlformats.org/officeDocument/2006/relationships/oleObject" Target="../embeddings/oleObject1.bin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62.xml"/><Relationship Id="rId1" Type="http://schemas.openxmlformats.org/officeDocument/2006/relationships/tags" Target="../tags/tag261.xml"/><Relationship Id="rId4" Type="http://schemas.openxmlformats.org/officeDocument/2006/relationships/oleObject" Target="../embeddings/oleObject1.bin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64.xml"/><Relationship Id="rId1" Type="http://schemas.openxmlformats.org/officeDocument/2006/relationships/tags" Target="../tags/tag263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66.xml"/><Relationship Id="rId1" Type="http://schemas.openxmlformats.org/officeDocument/2006/relationships/tags" Target="../tags/tag265.x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1.bin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tags" Target="../tags/tag274.xml"/><Relationship Id="rId7" Type="http://schemas.openxmlformats.org/officeDocument/2006/relationships/oleObject" Target="../embeddings/oleObject3.bin"/><Relationship Id="rId2" Type="http://schemas.openxmlformats.org/officeDocument/2006/relationships/tags" Target="../tags/tag273.xml"/><Relationship Id="rId1" Type="http://schemas.openxmlformats.org/officeDocument/2006/relationships/tags" Target="../tags/tag272.xml"/><Relationship Id="rId6" Type="http://schemas.openxmlformats.org/officeDocument/2006/relationships/slideMaster" Target="../slideMasters/slideMaster8.xml"/><Relationship Id="rId5" Type="http://schemas.openxmlformats.org/officeDocument/2006/relationships/tags" Target="../tags/tag276.xml"/><Relationship Id="rId4" Type="http://schemas.openxmlformats.org/officeDocument/2006/relationships/tags" Target="../tags/tag275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277.xml"/><Relationship Id="rId1" Type="http://schemas.openxmlformats.org/officeDocument/2006/relationships/themeOverride" Target="../theme/themeOverride8.xml"/><Relationship Id="rId4" Type="http://schemas.openxmlformats.org/officeDocument/2006/relationships/oleObject" Target="../embeddings/oleObject4.bin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279.xml"/><Relationship Id="rId1" Type="http://schemas.openxmlformats.org/officeDocument/2006/relationships/tags" Target="../tags/tag278.xml"/><Relationship Id="rId4" Type="http://schemas.openxmlformats.org/officeDocument/2006/relationships/oleObject" Target="../embeddings/oleObject5.bin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281.xml"/><Relationship Id="rId1" Type="http://schemas.openxmlformats.org/officeDocument/2006/relationships/tags" Target="../tags/tag280.xml"/><Relationship Id="rId4" Type="http://schemas.openxmlformats.org/officeDocument/2006/relationships/oleObject" Target="../embeddings/oleObject6.bin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283.xml"/><Relationship Id="rId1" Type="http://schemas.openxmlformats.org/officeDocument/2006/relationships/tags" Target="../tags/tag282.xml"/><Relationship Id="rId4" Type="http://schemas.openxmlformats.org/officeDocument/2006/relationships/oleObject" Target="../embeddings/oleObject7.bin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tags" Target="../tags/tag296.xml"/><Relationship Id="rId13" Type="http://schemas.openxmlformats.org/officeDocument/2006/relationships/tags" Target="../tags/tag301.xml"/><Relationship Id="rId3" Type="http://schemas.openxmlformats.org/officeDocument/2006/relationships/tags" Target="../tags/tag291.xml"/><Relationship Id="rId7" Type="http://schemas.openxmlformats.org/officeDocument/2006/relationships/tags" Target="../tags/tag295.xml"/><Relationship Id="rId12" Type="http://schemas.openxmlformats.org/officeDocument/2006/relationships/tags" Target="../tags/tag300.xml"/><Relationship Id="rId17" Type="http://schemas.openxmlformats.org/officeDocument/2006/relationships/oleObject" Target="../embeddings/oleObject9.bin"/><Relationship Id="rId2" Type="http://schemas.openxmlformats.org/officeDocument/2006/relationships/tags" Target="../tags/tag290.xml"/><Relationship Id="rId16" Type="http://schemas.openxmlformats.org/officeDocument/2006/relationships/slideMaster" Target="../slideMasters/slideMaster9.xml"/><Relationship Id="rId1" Type="http://schemas.openxmlformats.org/officeDocument/2006/relationships/tags" Target="../tags/tag289.xml"/><Relationship Id="rId6" Type="http://schemas.openxmlformats.org/officeDocument/2006/relationships/tags" Target="../tags/tag294.xml"/><Relationship Id="rId11" Type="http://schemas.openxmlformats.org/officeDocument/2006/relationships/tags" Target="../tags/tag299.xml"/><Relationship Id="rId5" Type="http://schemas.openxmlformats.org/officeDocument/2006/relationships/tags" Target="../tags/tag293.xml"/><Relationship Id="rId15" Type="http://schemas.openxmlformats.org/officeDocument/2006/relationships/tags" Target="../tags/tag303.xml"/><Relationship Id="rId10" Type="http://schemas.openxmlformats.org/officeDocument/2006/relationships/tags" Target="../tags/tag298.xml"/><Relationship Id="rId4" Type="http://schemas.openxmlformats.org/officeDocument/2006/relationships/tags" Target="../tags/tag292.xml"/><Relationship Id="rId9" Type="http://schemas.openxmlformats.org/officeDocument/2006/relationships/tags" Target="../tags/tag297.xml"/><Relationship Id="rId14" Type="http://schemas.openxmlformats.org/officeDocument/2006/relationships/tags" Target="../tags/tag30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tags" Target="../tags/tag306.xml"/><Relationship Id="rId7" Type="http://schemas.openxmlformats.org/officeDocument/2006/relationships/oleObject" Target="../embeddings/oleObject10.bin"/><Relationship Id="rId2" Type="http://schemas.openxmlformats.org/officeDocument/2006/relationships/tags" Target="../tags/tag305.xml"/><Relationship Id="rId1" Type="http://schemas.openxmlformats.org/officeDocument/2006/relationships/tags" Target="../tags/tag304.xml"/><Relationship Id="rId6" Type="http://schemas.openxmlformats.org/officeDocument/2006/relationships/slideMaster" Target="../slideMasters/slideMaster9.xml"/><Relationship Id="rId5" Type="http://schemas.openxmlformats.org/officeDocument/2006/relationships/tags" Target="../tags/tag308.xml"/><Relationship Id="rId4" Type="http://schemas.openxmlformats.org/officeDocument/2006/relationships/tags" Target="../tags/tag307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tags" Target="../tags/tag309.xml"/><Relationship Id="rId1" Type="http://schemas.openxmlformats.org/officeDocument/2006/relationships/themeOverride" Target="../theme/themeOverride9.xml"/><Relationship Id="rId4" Type="http://schemas.openxmlformats.org/officeDocument/2006/relationships/oleObject" Target="../embeddings/oleObject11.bin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tags" Target="../tags/tag311.xml"/><Relationship Id="rId1" Type="http://schemas.openxmlformats.org/officeDocument/2006/relationships/tags" Target="../tags/tag310.xml"/><Relationship Id="rId4" Type="http://schemas.openxmlformats.org/officeDocument/2006/relationships/oleObject" Target="../embeddings/oleObject12.bin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tags" Target="../tags/tag313.xml"/><Relationship Id="rId1" Type="http://schemas.openxmlformats.org/officeDocument/2006/relationships/tags" Target="../tags/tag312.xml"/><Relationship Id="rId4" Type="http://schemas.openxmlformats.org/officeDocument/2006/relationships/oleObject" Target="../embeddings/oleObject13.bin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tags" Target="../tags/tag315.xml"/><Relationship Id="rId1" Type="http://schemas.openxmlformats.org/officeDocument/2006/relationships/tags" Target="../tags/tag314.xml"/><Relationship Id="rId4" Type="http://schemas.openxmlformats.org/officeDocument/2006/relationships/oleObject" Target="../embeddings/oleObject14.bin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tags" Target="../tags/tag317.xml"/><Relationship Id="rId1" Type="http://schemas.openxmlformats.org/officeDocument/2006/relationships/tags" Target="../tags/tag316.xml"/><Relationship Id="rId4" Type="http://schemas.openxmlformats.org/officeDocument/2006/relationships/oleObject" Target="../embeddings/oleObject15.bin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tags" Target="../tags/tag319.xml"/><Relationship Id="rId1" Type="http://schemas.openxmlformats.org/officeDocument/2006/relationships/tags" Target="../tags/tag318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6.bin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tags" Target="../tags/tag332.xml"/><Relationship Id="rId13" Type="http://schemas.openxmlformats.org/officeDocument/2006/relationships/tags" Target="../tags/tag337.xml"/><Relationship Id="rId3" Type="http://schemas.openxmlformats.org/officeDocument/2006/relationships/tags" Target="../tags/tag327.xml"/><Relationship Id="rId7" Type="http://schemas.openxmlformats.org/officeDocument/2006/relationships/tags" Target="../tags/tag331.xml"/><Relationship Id="rId12" Type="http://schemas.openxmlformats.org/officeDocument/2006/relationships/tags" Target="../tags/tag336.xml"/><Relationship Id="rId17" Type="http://schemas.openxmlformats.org/officeDocument/2006/relationships/oleObject" Target="../embeddings/oleObject18.bin"/><Relationship Id="rId2" Type="http://schemas.openxmlformats.org/officeDocument/2006/relationships/tags" Target="../tags/tag326.xml"/><Relationship Id="rId16" Type="http://schemas.openxmlformats.org/officeDocument/2006/relationships/slideMaster" Target="../slideMasters/slideMaster10.xml"/><Relationship Id="rId1" Type="http://schemas.openxmlformats.org/officeDocument/2006/relationships/tags" Target="../tags/tag325.xml"/><Relationship Id="rId6" Type="http://schemas.openxmlformats.org/officeDocument/2006/relationships/tags" Target="../tags/tag330.xml"/><Relationship Id="rId11" Type="http://schemas.openxmlformats.org/officeDocument/2006/relationships/tags" Target="../tags/tag335.xml"/><Relationship Id="rId5" Type="http://schemas.openxmlformats.org/officeDocument/2006/relationships/tags" Target="../tags/tag329.xml"/><Relationship Id="rId15" Type="http://schemas.openxmlformats.org/officeDocument/2006/relationships/tags" Target="../tags/tag339.xml"/><Relationship Id="rId10" Type="http://schemas.openxmlformats.org/officeDocument/2006/relationships/tags" Target="../tags/tag334.xml"/><Relationship Id="rId4" Type="http://schemas.openxmlformats.org/officeDocument/2006/relationships/tags" Target="../tags/tag328.xml"/><Relationship Id="rId9" Type="http://schemas.openxmlformats.org/officeDocument/2006/relationships/tags" Target="../tags/tag333.xml"/><Relationship Id="rId14" Type="http://schemas.openxmlformats.org/officeDocument/2006/relationships/tags" Target="../tags/tag338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tags" Target="../tags/tag342.xml"/><Relationship Id="rId7" Type="http://schemas.openxmlformats.org/officeDocument/2006/relationships/oleObject" Target="../embeddings/oleObject19.bin"/><Relationship Id="rId2" Type="http://schemas.openxmlformats.org/officeDocument/2006/relationships/tags" Target="../tags/tag341.xml"/><Relationship Id="rId1" Type="http://schemas.openxmlformats.org/officeDocument/2006/relationships/tags" Target="../tags/tag340.xml"/><Relationship Id="rId6" Type="http://schemas.openxmlformats.org/officeDocument/2006/relationships/slideMaster" Target="../slideMasters/slideMaster10.xml"/><Relationship Id="rId5" Type="http://schemas.openxmlformats.org/officeDocument/2006/relationships/tags" Target="../tags/tag344.xml"/><Relationship Id="rId4" Type="http://schemas.openxmlformats.org/officeDocument/2006/relationships/tags" Target="../tags/tag343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345.xml"/><Relationship Id="rId1" Type="http://schemas.openxmlformats.org/officeDocument/2006/relationships/themeOverride" Target="../theme/themeOverride10.xml"/><Relationship Id="rId4" Type="http://schemas.openxmlformats.org/officeDocument/2006/relationships/oleObject" Target="../embeddings/oleObject20.bin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347.xml"/><Relationship Id="rId1" Type="http://schemas.openxmlformats.org/officeDocument/2006/relationships/tags" Target="../tags/tag346.xml"/><Relationship Id="rId4" Type="http://schemas.openxmlformats.org/officeDocument/2006/relationships/oleObject" Target="../embeddings/oleObject21.bin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349.xml"/><Relationship Id="rId1" Type="http://schemas.openxmlformats.org/officeDocument/2006/relationships/tags" Target="../tags/tag348.xml"/><Relationship Id="rId4" Type="http://schemas.openxmlformats.org/officeDocument/2006/relationships/oleObject" Target="../embeddings/oleObject22.bin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351.xml"/><Relationship Id="rId1" Type="http://schemas.openxmlformats.org/officeDocument/2006/relationships/tags" Target="../tags/tag350.xml"/><Relationship Id="rId4" Type="http://schemas.openxmlformats.org/officeDocument/2006/relationships/oleObject" Target="../embeddings/oleObject23.bin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353.xml"/><Relationship Id="rId1" Type="http://schemas.openxmlformats.org/officeDocument/2006/relationships/tags" Target="../tags/tag352.xml"/><Relationship Id="rId4" Type="http://schemas.openxmlformats.org/officeDocument/2006/relationships/oleObject" Target="../embeddings/oleObject24.bin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355.xml"/><Relationship Id="rId1" Type="http://schemas.openxmlformats.org/officeDocument/2006/relationships/tags" Target="../tags/tag354.xml"/><Relationship Id="rId4" Type="http://schemas.openxmlformats.org/officeDocument/2006/relationships/oleObject" Target="../embeddings/oleObject25.bin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357.xml"/><Relationship Id="rId1" Type="http://schemas.openxmlformats.org/officeDocument/2006/relationships/tags" Target="../tags/tag356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26.bin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359.xml"/><Relationship Id="rId1" Type="http://schemas.openxmlformats.org/officeDocument/2006/relationships/tags" Target="../tags/tag358.x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27.bin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361.xml"/><Relationship Id="rId1" Type="http://schemas.openxmlformats.org/officeDocument/2006/relationships/tags" Target="../tags/tag360.xml"/><Relationship Id="rId5" Type="http://schemas.openxmlformats.org/officeDocument/2006/relationships/image" Target="../media/image3.jpeg"/><Relationship Id="rId4" Type="http://schemas.openxmlformats.org/officeDocument/2006/relationships/oleObject" Target="../embeddings/oleObject17.bin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363.xml"/><Relationship Id="rId1" Type="http://schemas.openxmlformats.org/officeDocument/2006/relationships/tags" Target="../tags/tag362.xml"/><Relationship Id="rId5" Type="http://schemas.openxmlformats.org/officeDocument/2006/relationships/image" Target="../media/image3.jpeg"/><Relationship Id="rId4" Type="http://schemas.openxmlformats.org/officeDocument/2006/relationships/oleObject" Target="../embeddings/oleObject17.bin"/></Relationships>
</file>

<file path=ppt/slideLayouts/_rels/slideLayout94.xml.rels><?xml version="1.0" encoding="UTF-8" standalone="yes"?>
<Relationships xmlns="http://schemas.openxmlformats.org/package/2006/relationships"><Relationship Id="rId8" Type="http://schemas.openxmlformats.org/officeDocument/2006/relationships/tags" Target="../tags/tag376.xml"/><Relationship Id="rId13" Type="http://schemas.openxmlformats.org/officeDocument/2006/relationships/tags" Target="../tags/tag381.xml"/><Relationship Id="rId3" Type="http://schemas.openxmlformats.org/officeDocument/2006/relationships/tags" Target="../tags/tag371.xml"/><Relationship Id="rId7" Type="http://schemas.openxmlformats.org/officeDocument/2006/relationships/tags" Target="../tags/tag375.xml"/><Relationship Id="rId12" Type="http://schemas.openxmlformats.org/officeDocument/2006/relationships/tags" Target="../tags/tag380.xml"/><Relationship Id="rId17" Type="http://schemas.openxmlformats.org/officeDocument/2006/relationships/oleObject" Target="../embeddings/oleObject1.bin"/><Relationship Id="rId2" Type="http://schemas.openxmlformats.org/officeDocument/2006/relationships/tags" Target="../tags/tag370.xml"/><Relationship Id="rId16" Type="http://schemas.openxmlformats.org/officeDocument/2006/relationships/slideMaster" Target="../slideMasters/slideMaster11.xml"/><Relationship Id="rId1" Type="http://schemas.openxmlformats.org/officeDocument/2006/relationships/tags" Target="../tags/tag369.xml"/><Relationship Id="rId6" Type="http://schemas.openxmlformats.org/officeDocument/2006/relationships/tags" Target="../tags/tag374.xml"/><Relationship Id="rId11" Type="http://schemas.openxmlformats.org/officeDocument/2006/relationships/tags" Target="../tags/tag379.xml"/><Relationship Id="rId5" Type="http://schemas.openxmlformats.org/officeDocument/2006/relationships/tags" Target="../tags/tag373.xml"/><Relationship Id="rId15" Type="http://schemas.openxmlformats.org/officeDocument/2006/relationships/tags" Target="../tags/tag383.xml"/><Relationship Id="rId10" Type="http://schemas.openxmlformats.org/officeDocument/2006/relationships/tags" Target="../tags/tag378.xml"/><Relationship Id="rId4" Type="http://schemas.openxmlformats.org/officeDocument/2006/relationships/tags" Target="../tags/tag372.xml"/><Relationship Id="rId9" Type="http://schemas.openxmlformats.org/officeDocument/2006/relationships/tags" Target="../tags/tag377.xml"/><Relationship Id="rId14" Type="http://schemas.openxmlformats.org/officeDocument/2006/relationships/tags" Target="../tags/tag382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1.xml"/><Relationship Id="rId1" Type="http://schemas.openxmlformats.org/officeDocument/2006/relationships/tags" Target="../tags/tag384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1.xml"/><Relationship Id="rId2" Type="http://schemas.openxmlformats.org/officeDocument/2006/relationships/tags" Target="../tags/tag385.xml"/><Relationship Id="rId1" Type="http://schemas.openxmlformats.org/officeDocument/2006/relationships/themeOverride" Target="../theme/themeOverride11.xml"/><Relationship Id="rId4" Type="http://schemas.openxmlformats.org/officeDocument/2006/relationships/oleObject" Target="../embeddings/oleObject1.bin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1.xml"/><Relationship Id="rId2" Type="http://schemas.openxmlformats.org/officeDocument/2006/relationships/tags" Target="../tags/tag387.xml"/><Relationship Id="rId1" Type="http://schemas.openxmlformats.org/officeDocument/2006/relationships/tags" Target="../tags/tag386.xml"/><Relationship Id="rId4" Type="http://schemas.openxmlformats.org/officeDocument/2006/relationships/oleObject" Target="../embeddings/oleObject1.bin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1.xml"/><Relationship Id="rId2" Type="http://schemas.openxmlformats.org/officeDocument/2006/relationships/tags" Target="../tags/tag389.xml"/><Relationship Id="rId1" Type="http://schemas.openxmlformats.org/officeDocument/2006/relationships/tags" Target="../tags/tag388.xml"/><Relationship Id="rId4" Type="http://schemas.openxmlformats.org/officeDocument/2006/relationships/oleObject" Target="../embeddings/oleObject1.bin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1.xml"/><Relationship Id="rId2" Type="http://schemas.openxmlformats.org/officeDocument/2006/relationships/tags" Target="../tags/tag391.xml"/><Relationship Id="rId1" Type="http://schemas.openxmlformats.org/officeDocument/2006/relationships/tags" Target="../tags/tag390.xml"/><Relationship Id="rId4" Type="http://schemas.openxmlformats.org/officeDocument/2006/relationships/oleObject" Target="../embeddings/oleObject1.bin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1.xml"/><Relationship Id="rId2" Type="http://schemas.openxmlformats.org/officeDocument/2006/relationships/tags" Target="../tags/tag393.xml"/><Relationship Id="rId1" Type="http://schemas.openxmlformats.org/officeDocument/2006/relationships/tags" Target="../tags/tag392.xml"/><Relationship Id="rId4" Type="http://schemas.openxmlformats.org/officeDocument/2006/relationships/oleObject" Target="../embeddings/oleObject1.bin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1.xml"/><Relationship Id="rId1" Type="http://schemas.openxmlformats.org/officeDocument/2006/relationships/tags" Target="../tags/tag394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1.xml"/><Relationship Id="rId1" Type="http://schemas.openxmlformats.org/officeDocument/2006/relationships/tags" Target="../tags/tag395.xml"/><Relationship Id="rId4" Type="http://schemas.openxmlformats.org/officeDocument/2006/relationships/image" Target="../media/image1.png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1.xml"/><Relationship Id="rId1" Type="http://schemas.openxmlformats.org/officeDocument/2006/relationships/tags" Target="../tags/tag396.xml"/><Relationship Id="rId4" Type="http://schemas.openxmlformats.org/officeDocument/2006/relationships/image" Target="../media/image2.png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5.xml.rels><?xml version="1.0" encoding="UTF-8" standalone="yes"?>
<Relationships xmlns="http://schemas.openxmlformats.org/package/2006/relationships"><Relationship Id="rId8" Type="http://schemas.openxmlformats.org/officeDocument/2006/relationships/tags" Target="../tags/tag409.xml"/><Relationship Id="rId13" Type="http://schemas.openxmlformats.org/officeDocument/2006/relationships/tags" Target="../tags/tag414.xml"/><Relationship Id="rId3" Type="http://schemas.openxmlformats.org/officeDocument/2006/relationships/tags" Target="../tags/tag404.xml"/><Relationship Id="rId7" Type="http://schemas.openxmlformats.org/officeDocument/2006/relationships/tags" Target="../tags/tag408.xml"/><Relationship Id="rId12" Type="http://schemas.openxmlformats.org/officeDocument/2006/relationships/tags" Target="../tags/tag413.xml"/><Relationship Id="rId17" Type="http://schemas.openxmlformats.org/officeDocument/2006/relationships/oleObject" Target="../embeddings/oleObject1.bin"/><Relationship Id="rId2" Type="http://schemas.openxmlformats.org/officeDocument/2006/relationships/tags" Target="../tags/tag403.xml"/><Relationship Id="rId16" Type="http://schemas.openxmlformats.org/officeDocument/2006/relationships/slideMaster" Target="../slideMasters/slideMaster12.xml"/><Relationship Id="rId1" Type="http://schemas.openxmlformats.org/officeDocument/2006/relationships/tags" Target="../tags/tag402.xml"/><Relationship Id="rId6" Type="http://schemas.openxmlformats.org/officeDocument/2006/relationships/tags" Target="../tags/tag407.xml"/><Relationship Id="rId11" Type="http://schemas.openxmlformats.org/officeDocument/2006/relationships/tags" Target="../tags/tag412.xml"/><Relationship Id="rId5" Type="http://schemas.openxmlformats.org/officeDocument/2006/relationships/tags" Target="../tags/tag406.xml"/><Relationship Id="rId15" Type="http://schemas.openxmlformats.org/officeDocument/2006/relationships/tags" Target="../tags/tag416.xml"/><Relationship Id="rId10" Type="http://schemas.openxmlformats.org/officeDocument/2006/relationships/tags" Target="../tags/tag411.xml"/><Relationship Id="rId4" Type="http://schemas.openxmlformats.org/officeDocument/2006/relationships/tags" Target="../tags/tag405.xml"/><Relationship Id="rId9" Type="http://schemas.openxmlformats.org/officeDocument/2006/relationships/tags" Target="../tags/tag410.xml"/><Relationship Id="rId14" Type="http://schemas.openxmlformats.org/officeDocument/2006/relationships/tags" Target="../tags/tag415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tags" Target="../tags/tag419.xml"/><Relationship Id="rId7" Type="http://schemas.openxmlformats.org/officeDocument/2006/relationships/oleObject" Target="../embeddings/oleObject1.bin"/><Relationship Id="rId2" Type="http://schemas.openxmlformats.org/officeDocument/2006/relationships/tags" Target="../tags/tag418.xml"/><Relationship Id="rId1" Type="http://schemas.openxmlformats.org/officeDocument/2006/relationships/tags" Target="../tags/tag417.xml"/><Relationship Id="rId6" Type="http://schemas.openxmlformats.org/officeDocument/2006/relationships/slideMaster" Target="../slideMasters/slideMaster12.xml"/><Relationship Id="rId5" Type="http://schemas.openxmlformats.org/officeDocument/2006/relationships/tags" Target="../tags/tag421.xml"/><Relationship Id="rId4" Type="http://schemas.openxmlformats.org/officeDocument/2006/relationships/tags" Target="../tags/tag420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2.xml"/><Relationship Id="rId2" Type="http://schemas.openxmlformats.org/officeDocument/2006/relationships/tags" Target="../tags/tag422.xml"/><Relationship Id="rId1" Type="http://schemas.openxmlformats.org/officeDocument/2006/relationships/themeOverride" Target="../theme/themeOverride12.xml"/><Relationship Id="rId4" Type="http://schemas.openxmlformats.org/officeDocument/2006/relationships/oleObject" Target="../embeddings/oleObject1.bin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2.xml"/><Relationship Id="rId2" Type="http://schemas.openxmlformats.org/officeDocument/2006/relationships/tags" Target="../tags/tag424.xml"/><Relationship Id="rId1" Type="http://schemas.openxmlformats.org/officeDocument/2006/relationships/tags" Target="../tags/tag423.xml"/><Relationship Id="rId4" Type="http://schemas.openxmlformats.org/officeDocument/2006/relationships/oleObject" Target="../embeddings/oleObject1.bin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2.xml"/><Relationship Id="rId2" Type="http://schemas.openxmlformats.org/officeDocument/2006/relationships/tags" Target="../tags/tag426.xml"/><Relationship Id="rId1" Type="http://schemas.openxmlformats.org/officeDocument/2006/relationships/tags" Target="../tags/tag425.xml"/><Relationship Id="rId4" Type="http://schemas.openxmlformats.org/officeDocument/2006/relationships/oleObject" Target="../embeddings/oleObject1.bin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2.xml"/><Relationship Id="rId2" Type="http://schemas.openxmlformats.org/officeDocument/2006/relationships/tags" Target="../tags/tag428.xml"/><Relationship Id="rId1" Type="http://schemas.openxmlformats.org/officeDocument/2006/relationships/tags" Target="../tags/tag427.xml"/><Relationship Id="rId4" Type="http://schemas.openxmlformats.org/officeDocument/2006/relationships/oleObject" Target="../embeddings/oleObject1.bin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2.xml"/><Relationship Id="rId2" Type="http://schemas.openxmlformats.org/officeDocument/2006/relationships/tags" Target="../tags/tag430.xml"/><Relationship Id="rId1" Type="http://schemas.openxmlformats.org/officeDocument/2006/relationships/tags" Target="../tags/tag429.xml"/><Relationship Id="rId4" Type="http://schemas.openxmlformats.org/officeDocument/2006/relationships/oleObject" Target="../embeddings/oleObject1.bin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2.xml"/><Relationship Id="rId2" Type="http://schemas.openxmlformats.org/officeDocument/2006/relationships/tags" Target="../tags/tag432.xml"/><Relationship Id="rId1" Type="http://schemas.openxmlformats.org/officeDocument/2006/relationships/tags" Target="../tags/tag431.xml"/><Relationship Id="rId4" Type="http://schemas.openxmlformats.org/officeDocument/2006/relationships/oleObject" Target="../embeddings/oleObject1.bin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2.xml"/><Relationship Id="rId2" Type="http://schemas.openxmlformats.org/officeDocument/2006/relationships/tags" Target="../tags/tag434.xml"/><Relationship Id="rId1" Type="http://schemas.openxmlformats.org/officeDocument/2006/relationships/tags" Target="../tags/tag433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2.xml"/><Relationship Id="rId2" Type="http://schemas.openxmlformats.org/officeDocument/2006/relationships/tags" Target="../tags/tag436.xml"/><Relationship Id="rId1" Type="http://schemas.openxmlformats.org/officeDocument/2006/relationships/tags" Target="../tags/tag435.x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1.bin"/></Relationships>
</file>

<file path=ppt/slideLayouts/_rels/slideLayout115.xml.rels><?xml version="1.0" encoding="UTF-8" standalone="yes"?>
<Relationships xmlns="http://schemas.openxmlformats.org/package/2006/relationships"><Relationship Id="rId8" Type="http://schemas.openxmlformats.org/officeDocument/2006/relationships/tags" Target="../tags/tag449.xml"/><Relationship Id="rId13" Type="http://schemas.openxmlformats.org/officeDocument/2006/relationships/tags" Target="../tags/tag454.xml"/><Relationship Id="rId3" Type="http://schemas.openxmlformats.org/officeDocument/2006/relationships/tags" Target="../tags/tag444.xml"/><Relationship Id="rId7" Type="http://schemas.openxmlformats.org/officeDocument/2006/relationships/tags" Target="../tags/tag448.xml"/><Relationship Id="rId12" Type="http://schemas.openxmlformats.org/officeDocument/2006/relationships/tags" Target="../tags/tag453.xml"/><Relationship Id="rId17" Type="http://schemas.openxmlformats.org/officeDocument/2006/relationships/oleObject" Target="../embeddings/oleObject29.bin"/><Relationship Id="rId2" Type="http://schemas.openxmlformats.org/officeDocument/2006/relationships/tags" Target="../tags/tag443.xml"/><Relationship Id="rId16" Type="http://schemas.openxmlformats.org/officeDocument/2006/relationships/slideMaster" Target="../slideMasters/slideMaster13.xml"/><Relationship Id="rId1" Type="http://schemas.openxmlformats.org/officeDocument/2006/relationships/tags" Target="../tags/tag442.xml"/><Relationship Id="rId6" Type="http://schemas.openxmlformats.org/officeDocument/2006/relationships/tags" Target="../tags/tag447.xml"/><Relationship Id="rId11" Type="http://schemas.openxmlformats.org/officeDocument/2006/relationships/tags" Target="../tags/tag452.xml"/><Relationship Id="rId5" Type="http://schemas.openxmlformats.org/officeDocument/2006/relationships/tags" Target="../tags/tag446.xml"/><Relationship Id="rId15" Type="http://schemas.openxmlformats.org/officeDocument/2006/relationships/tags" Target="../tags/tag456.xml"/><Relationship Id="rId10" Type="http://schemas.openxmlformats.org/officeDocument/2006/relationships/tags" Target="../tags/tag451.xml"/><Relationship Id="rId4" Type="http://schemas.openxmlformats.org/officeDocument/2006/relationships/tags" Target="../tags/tag445.xml"/><Relationship Id="rId9" Type="http://schemas.openxmlformats.org/officeDocument/2006/relationships/tags" Target="../tags/tag450.xml"/><Relationship Id="rId14" Type="http://schemas.openxmlformats.org/officeDocument/2006/relationships/tags" Target="../tags/tag455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Master" Target="../slideMasters/slideMaster13.xml"/><Relationship Id="rId1" Type="http://schemas.openxmlformats.org/officeDocument/2006/relationships/tags" Target="../tags/tag457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3.xml"/><Relationship Id="rId2" Type="http://schemas.openxmlformats.org/officeDocument/2006/relationships/tags" Target="../tags/tag458.xml"/><Relationship Id="rId1" Type="http://schemas.openxmlformats.org/officeDocument/2006/relationships/themeOverride" Target="../theme/themeOverride13.xml"/><Relationship Id="rId4" Type="http://schemas.openxmlformats.org/officeDocument/2006/relationships/oleObject" Target="../embeddings/oleObject31.bin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9.xml.rels><?xml version="1.0" encoding="UTF-8" standalone="yes"?>
<Relationships xmlns="http://schemas.openxmlformats.org/package/2006/relationships"><Relationship Id="rId8" Type="http://schemas.openxmlformats.org/officeDocument/2006/relationships/tags" Target="../tags/tag471.xml"/><Relationship Id="rId13" Type="http://schemas.openxmlformats.org/officeDocument/2006/relationships/tags" Target="../tags/tag476.xml"/><Relationship Id="rId3" Type="http://schemas.openxmlformats.org/officeDocument/2006/relationships/tags" Target="../tags/tag466.xml"/><Relationship Id="rId7" Type="http://schemas.openxmlformats.org/officeDocument/2006/relationships/tags" Target="../tags/tag470.xml"/><Relationship Id="rId12" Type="http://schemas.openxmlformats.org/officeDocument/2006/relationships/tags" Target="../tags/tag475.xml"/><Relationship Id="rId17" Type="http://schemas.openxmlformats.org/officeDocument/2006/relationships/oleObject" Target="../embeddings/oleObject1.bin"/><Relationship Id="rId2" Type="http://schemas.openxmlformats.org/officeDocument/2006/relationships/tags" Target="../tags/tag465.xml"/><Relationship Id="rId16" Type="http://schemas.openxmlformats.org/officeDocument/2006/relationships/slideMaster" Target="../slideMasters/slideMaster14.xml"/><Relationship Id="rId1" Type="http://schemas.openxmlformats.org/officeDocument/2006/relationships/tags" Target="../tags/tag464.xml"/><Relationship Id="rId6" Type="http://schemas.openxmlformats.org/officeDocument/2006/relationships/tags" Target="../tags/tag469.xml"/><Relationship Id="rId11" Type="http://schemas.openxmlformats.org/officeDocument/2006/relationships/tags" Target="../tags/tag474.xml"/><Relationship Id="rId5" Type="http://schemas.openxmlformats.org/officeDocument/2006/relationships/tags" Target="../tags/tag468.xml"/><Relationship Id="rId15" Type="http://schemas.openxmlformats.org/officeDocument/2006/relationships/tags" Target="../tags/tag478.xml"/><Relationship Id="rId10" Type="http://schemas.openxmlformats.org/officeDocument/2006/relationships/tags" Target="../tags/tag473.xml"/><Relationship Id="rId4" Type="http://schemas.openxmlformats.org/officeDocument/2006/relationships/tags" Target="../tags/tag467.xml"/><Relationship Id="rId9" Type="http://schemas.openxmlformats.org/officeDocument/2006/relationships/tags" Target="../tags/tag472.xml"/><Relationship Id="rId14" Type="http://schemas.openxmlformats.org/officeDocument/2006/relationships/tags" Target="../tags/tag477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4.xml"/><Relationship Id="rId1" Type="http://schemas.openxmlformats.org/officeDocument/2006/relationships/tags" Target="../tags/tag479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4.xml"/><Relationship Id="rId2" Type="http://schemas.openxmlformats.org/officeDocument/2006/relationships/tags" Target="../tags/tag480.xml"/><Relationship Id="rId1" Type="http://schemas.openxmlformats.org/officeDocument/2006/relationships/themeOverride" Target="../theme/themeOverride14.xml"/><Relationship Id="rId4" Type="http://schemas.openxmlformats.org/officeDocument/2006/relationships/oleObject" Target="../embeddings/oleObject1.bin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4.xml"/><Relationship Id="rId2" Type="http://schemas.openxmlformats.org/officeDocument/2006/relationships/tags" Target="../tags/tag482.xml"/><Relationship Id="rId1" Type="http://schemas.openxmlformats.org/officeDocument/2006/relationships/tags" Target="../tags/tag481.xml"/><Relationship Id="rId4" Type="http://schemas.openxmlformats.org/officeDocument/2006/relationships/oleObject" Target="../embeddings/oleObject1.bin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4.xml"/><Relationship Id="rId2" Type="http://schemas.openxmlformats.org/officeDocument/2006/relationships/tags" Target="../tags/tag484.xml"/><Relationship Id="rId1" Type="http://schemas.openxmlformats.org/officeDocument/2006/relationships/tags" Target="../tags/tag483.xml"/><Relationship Id="rId4" Type="http://schemas.openxmlformats.org/officeDocument/2006/relationships/oleObject" Target="../embeddings/oleObject1.bin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4.xml"/><Relationship Id="rId2" Type="http://schemas.openxmlformats.org/officeDocument/2006/relationships/tags" Target="../tags/tag486.xml"/><Relationship Id="rId1" Type="http://schemas.openxmlformats.org/officeDocument/2006/relationships/tags" Target="../tags/tag485.xml"/><Relationship Id="rId4" Type="http://schemas.openxmlformats.org/officeDocument/2006/relationships/oleObject" Target="../embeddings/oleObject1.bin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4.xml"/><Relationship Id="rId2" Type="http://schemas.openxmlformats.org/officeDocument/2006/relationships/tags" Target="../tags/tag488.xml"/><Relationship Id="rId1" Type="http://schemas.openxmlformats.org/officeDocument/2006/relationships/tags" Target="../tags/tag487.xml"/><Relationship Id="rId4" Type="http://schemas.openxmlformats.org/officeDocument/2006/relationships/oleObject" Target="../embeddings/oleObject1.bin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4.xml"/><Relationship Id="rId2" Type="http://schemas.openxmlformats.org/officeDocument/2006/relationships/tags" Target="../tags/tag490.xml"/><Relationship Id="rId1" Type="http://schemas.openxmlformats.org/officeDocument/2006/relationships/tags" Target="../tags/tag489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Layouts/_rels/slideLayout127.xml.rels><?xml version="1.0" encoding="UTF-8" standalone="yes"?>
<Relationships xmlns="http://schemas.openxmlformats.org/package/2006/relationships"><Relationship Id="rId8" Type="http://schemas.openxmlformats.org/officeDocument/2006/relationships/tags" Target="../tags/tag503.xml"/><Relationship Id="rId13" Type="http://schemas.openxmlformats.org/officeDocument/2006/relationships/tags" Target="../tags/tag508.xml"/><Relationship Id="rId3" Type="http://schemas.openxmlformats.org/officeDocument/2006/relationships/tags" Target="../tags/tag498.xml"/><Relationship Id="rId7" Type="http://schemas.openxmlformats.org/officeDocument/2006/relationships/tags" Target="../tags/tag502.xml"/><Relationship Id="rId12" Type="http://schemas.openxmlformats.org/officeDocument/2006/relationships/tags" Target="../tags/tag507.xml"/><Relationship Id="rId17" Type="http://schemas.openxmlformats.org/officeDocument/2006/relationships/oleObject" Target="../embeddings/oleObject1.bin"/><Relationship Id="rId2" Type="http://schemas.openxmlformats.org/officeDocument/2006/relationships/tags" Target="../tags/tag497.xml"/><Relationship Id="rId16" Type="http://schemas.openxmlformats.org/officeDocument/2006/relationships/slideMaster" Target="../slideMasters/slideMaster15.xml"/><Relationship Id="rId1" Type="http://schemas.openxmlformats.org/officeDocument/2006/relationships/tags" Target="../tags/tag496.xml"/><Relationship Id="rId6" Type="http://schemas.openxmlformats.org/officeDocument/2006/relationships/tags" Target="../tags/tag501.xml"/><Relationship Id="rId11" Type="http://schemas.openxmlformats.org/officeDocument/2006/relationships/tags" Target="../tags/tag506.xml"/><Relationship Id="rId5" Type="http://schemas.openxmlformats.org/officeDocument/2006/relationships/tags" Target="../tags/tag500.xml"/><Relationship Id="rId15" Type="http://schemas.openxmlformats.org/officeDocument/2006/relationships/tags" Target="../tags/tag510.xml"/><Relationship Id="rId10" Type="http://schemas.openxmlformats.org/officeDocument/2006/relationships/tags" Target="../tags/tag505.xml"/><Relationship Id="rId4" Type="http://schemas.openxmlformats.org/officeDocument/2006/relationships/tags" Target="../tags/tag499.xml"/><Relationship Id="rId9" Type="http://schemas.openxmlformats.org/officeDocument/2006/relationships/tags" Target="../tags/tag504.xml"/><Relationship Id="rId14" Type="http://schemas.openxmlformats.org/officeDocument/2006/relationships/tags" Target="../tags/tag509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tags" Target="../tags/tag513.xml"/><Relationship Id="rId7" Type="http://schemas.openxmlformats.org/officeDocument/2006/relationships/oleObject" Target="../embeddings/oleObject1.bin"/><Relationship Id="rId2" Type="http://schemas.openxmlformats.org/officeDocument/2006/relationships/tags" Target="../tags/tag512.xml"/><Relationship Id="rId1" Type="http://schemas.openxmlformats.org/officeDocument/2006/relationships/tags" Target="../tags/tag511.xml"/><Relationship Id="rId6" Type="http://schemas.openxmlformats.org/officeDocument/2006/relationships/slideMaster" Target="../slideMasters/slideMaster15.xml"/><Relationship Id="rId5" Type="http://schemas.openxmlformats.org/officeDocument/2006/relationships/tags" Target="../tags/tag515.xml"/><Relationship Id="rId4" Type="http://schemas.openxmlformats.org/officeDocument/2006/relationships/tags" Target="../tags/tag514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5.xml"/><Relationship Id="rId2" Type="http://schemas.openxmlformats.org/officeDocument/2006/relationships/tags" Target="../tags/tag516.xml"/><Relationship Id="rId1" Type="http://schemas.openxmlformats.org/officeDocument/2006/relationships/themeOverride" Target="../theme/themeOverride15.xml"/><Relationship Id="rId4" Type="http://schemas.openxmlformats.org/officeDocument/2006/relationships/oleObject" Target="../embeddings/oleObject1.bin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5.xml"/><Relationship Id="rId2" Type="http://schemas.openxmlformats.org/officeDocument/2006/relationships/tags" Target="../tags/tag518.xml"/><Relationship Id="rId1" Type="http://schemas.openxmlformats.org/officeDocument/2006/relationships/tags" Target="../tags/tag517.xml"/><Relationship Id="rId4" Type="http://schemas.openxmlformats.org/officeDocument/2006/relationships/oleObject" Target="../embeddings/oleObject1.bin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5.xml"/><Relationship Id="rId2" Type="http://schemas.openxmlformats.org/officeDocument/2006/relationships/tags" Target="../tags/tag520.xml"/><Relationship Id="rId1" Type="http://schemas.openxmlformats.org/officeDocument/2006/relationships/tags" Target="../tags/tag519.xml"/><Relationship Id="rId4" Type="http://schemas.openxmlformats.org/officeDocument/2006/relationships/oleObject" Target="../embeddings/oleObject1.bin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5.xml"/><Relationship Id="rId2" Type="http://schemas.openxmlformats.org/officeDocument/2006/relationships/tags" Target="../tags/tag522.xml"/><Relationship Id="rId1" Type="http://schemas.openxmlformats.org/officeDocument/2006/relationships/tags" Target="../tags/tag521.xml"/><Relationship Id="rId4" Type="http://schemas.openxmlformats.org/officeDocument/2006/relationships/oleObject" Target="../embeddings/oleObject1.bin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5.xml"/><Relationship Id="rId2" Type="http://schemas.openxmlformats.org/officeDocument/2006/relationships/tags" Target="../tags/tag524.xml"/><Relationship Id="rId1" Type="http://schemas.openxmlformats.org/officeDocument/2006/relationships/tags" Target="../tags/tag523.xml"/><Relationship Id="rId4" Type="http://schemas.openxmlformats.org/officeDocument/2006/relationships/oleObject" Target="../embeddings/oleObject1.bin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5.xml"/><Relationship Id="rId2" Type="http://schemas.openxmlformats.org/officeDocument/2006/relationships/tags" Target="../tags/tag526.xml"/><Relationship Id="rId1" Type="http://schemas.openxmlformats.org/officeDocument/2006/relationships/tags" Target="../tags/tag525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Layouts/_rels/slideLayout135.xml.rels><?xml version="1.0" encoding="UTF-8" standalone="yes"?>
<Relationships xmlns="http://schemas.openxmlformats.org/package/2006/relationships"><Relationship Id="rId8" Type="http://schemas.openxmlformats.org/officeDocument/2006/relationships/tags" Target="../tags/tag539.xml"/><Relationship Id="rId13" Type="http://schemas.openxmlformats.org/officeDocument/2006/relationships/tags" Target="../tags/tag544.xml"/><Relationship Id="rId3" Type="http://schemas.openxmlformats.org/officeDocument/2006/relationships/tags" Target="../tags/tag534.xml"/><Relationship Id="rId7" Type="http://schemas.openxmlformats.org/officeDocument/2006/relationships/tags" Target="../tags/tag538.xml"/><Relationship Id="rId12" Type="http://schemas.openxmlformats.org/officeDocument/2006/relationships/tags" Target="../tags/tag543.xml"/><Relationship Id="rId17" Type="http://schemas.openxmlformats.org/officeDocument/2006/relationships/oleObject" Target="../embeddings/oleObject29.bin"/><Relationship Id="rId2" Type="http://schemas.openxmlformats.org/officeDocument/2006/relationships/tags" Target="../tags/tag533.xml"/><Relationship Id="rId16" Type="http://schemas.openxmlformats.org/officeDocument/2006/relationships/slideMaster" Target="../slideMasters/slideMaster16.xml"/><Relationship Id="rId1" Type="http://schemas.openxmlformats.org/officeDocument/2006/relationships/tags" Target="../tags/tag532.xml"/><Relationship Id="rId6" Type="http://schemas.openxmlformats.org/officeDocument/2006/relationships/tags" Target="../tags/tag537.xml"/><Relationship Id="rId11" Type="http://schemas.openxmlformats.org/officeDocument/2006/relationships/tags" Target="../tags/tag542.xml"/><Relationship Id="rId5" Type="http://schemas.openxmlformats.org/officeDocument/2006/relationships/tags" Target="../tags/tag536.xml"/><Relationship Id="rId15" Type="http://schemas.openxmlformats.org/officeDocument/2006/relationships/tags" Target="../tags/tag546.xml"/><Relationship Id="rId10" Type="http://schemas.openxmlformats.org/officeDocument/2006/relationships/tags" Target="../tags/tag541.xml"/><Relationship Id="rId4" Type="http://schemas.openxmlformats.org/officeDocument/2006/relationships/tags" Target="../tags/tag535.xml"/><Relationship Id="rId9" Type="http://schemas.openxmlformats.org/officeDocument/2006/relationships/tags" Target="../tags/tag540.xml"/><Relationship Id="rId14" Type="http://schemas.openxmlformats.org/officeDocument/2006/relationships/tags" Target="../tags/tag545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tags" Target="../tags/tag549.xml"/><Relationship Id="rId7" Type="http://schemas.openxmlformats.org/officeDocument/2006/relationships/oleObject" Target="../embeddings/oleObject30.bin"/><Relationship Id="rId2" Type="http://schemas.openxmlformats.org/officeDocument/2006/relationships/tags" Target="../tags/tag548.xml"/><Relationship Id="rId1" Type="http://schemas.openxmlformats.org/officeDocument/2006/relationships/tags" Target="../tags/tag547.xml"/><Relationship Id="rId6" Type="http://schemas.openxmlformats.org/officeDocument/2006/relationships/slideMaster" Target="../slideMasters/slideMaster16.xml"/><Relationship Id="rId5" Type="http://schemas.openxmlformats.org/officeDocument/2006/relationships/tags" Target="../tags/tag551.xml"/><Relationship Id="rId4" Type="http://schemas.openxmlformats.org/officeDocument/2006/relationships/tags" Target="../tags/tag550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6.xml"/><Relationship Id="rId2" Type="http://schemas.openxmlformats.org/officeDocument/2006/relationships/tags" Target="../tags/tag552.xml"/><Relationship Id="rId1" Type="http://schemas.openxmlformats.org/officeDocument/2006/relationships/themeOverride" Target="../theme/themeOverride16.xml"/><Relationship Id="rId4" Type="http://schemas.openxmlformats.org/officeDocument/2006/relationships/oleObject" Target="../embeddings/oleObject31.bin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7.xml"/></Relationships>
</file>

<file path=ppt/slideLayouts/_rels/slideLayout14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7.xml"/><Relationship Id="rId4" Type="http://schemas.openxmlformats.org/officeDocument/2006/relationships/image" Target="../media/image11.png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Master" Target="../slideMasters/slideMaster17.xml"/><Relationship Id="rId1" Type="http://schemas.openxmlformats.org/officeDocument/2006/relationships/tags" Target="../tags/tag553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7.xml"/><Relationship Id="rId1" Type="http://schemas.openxmlformats.org/officeDocument/2006/relationships/tags" Target="../tags/tag554.xml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7.xml"/><Relationship Id="rId7" Type="http://schemas.microsoft.com/office/2007/relationships/hdphoto" Target="../media/hdphoto2.wdp"/><Relationship Id="rId2" Type="http://schemas.openxmlformats.org/officeDocument/2006/relationships/tags" Target="../tags/tag556.xml"/><Relationship Id="rId1" Type="http://schemas.openxmlformats.org/officeDocument/2006/relationships/tags" Target="../tags/tag555.xml"/><Relationship Id="rId6" Type="http://schemas.openxmlformats.org/officeDocument/2006/relationships/image" Target="../media/image15.png"/><Relationship Id="rId5" Type="http://schemas.openxmlformats.org/officeDocument/2006/relationships/oleObject" Target="../embeddings/oleObject32.bin"/><Relationship Id="rId4" Type="http://schemas.openxmlformats.org/officeDocument/2006/relationships/image" Target="../media/image14.jpeg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7.xml"/><Relationship Id="rId2" Type="http://schemas.openxmlformats.org/officeDocument/2006/relationships/tags" Target="../tags/tag558.xml"/><Relationship Id="rId1" Type="http://schemas.openxmlformats.org/officeDocument/2006/relationships/tags" Target="../tags/tag557.x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33.bin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slideMaster" Target="../slideMasters/slideMaster17.xml"/><Relationship Id="rId1" Type="http://schemas.openxmlformats.org/officeDocument/2006/relationships/tags" Target="../tags/tag559.xml"/><Relationship Id="rId4" Type="http://schemas.openxmlformats.org/officeDocument/2006/relationships/oleObject" Target="../embeddings/oleObject34.bin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7.xml"/><Relationship Id="rId2" Type="http://schemas.openxmlformats.org/officeDocument/2006/relationships/tags" Target="../tags/tag561.xml"/><Relationship Id="rId1" Type="http://schemas.openxmlformats.org/officeDocument/2006/relationships/tags" Target="../tags/tag560.xml"/><Relationship Id="rId5" Type="http://schemas.openxmlformats.org/officeDocument/2006/relationships/oleObject" Target="../embeddings/oleObject35.bin"/><Relationship Id="rId4" Type="http://schemas.openxmlformats.org/officeDocument/2006/relationships/image" Target="../media/image16.emf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2lsoft.co.kr/" TargetMode="External"/><Relationship Id="rId1" Type="http://schemas.openxmlformats.org/officeDocument/2006/relationships/slideMaster" Target="../slideMasters/slideMaster17.xml"/></Relationships>
</file>

<file path=ppt/slideLayouts/_rels/slideLayout149.xml.rels><?xml version="1.0" encoding="UTF-8" standalone="yes"?>
<Relationships xmlns="http://schemas.openxmlformats.org/package/2006/relationships"><Relationship Id="rId8" Type="http://schemas.openxmlformats.org/officeDocument/2006/relationships/tags" Target="../tags/tag574.xml"/><Relationship Id="rId13" Type="http://schemas.openxmlformats.org/officeDocument/2006/relationships/tags" Target="../tags/tag579.xml"/><Relationship Id="rId3" Type="http://schemas.openxmlformats.org/officeDocument/2006/relationships/tags" Target="../tags/tag569.xml"/><Relationship Id="rId7" Type="http://schemas.openxmlformats.org/officeDocument/2006/relationships/tags" Target="../tags/tag573.xml"/><Relationship Id="rId12" Type="http://schemas.openxmlformats.org/officeDocument/2006/relationships/tags" Target="../tags/tag578.xml"/><Relationship Id="rId17" Type="http://schemas.openxmlformats.org/officeDocument/2006/relationships/oleObject" Target="../embeddings/oleObject36.bin"/><Relationship Id="rId2" Type="http://schemas.openxmlformats.org/officeDocument/2006/relationships/tags" Target="../tags/tag568.xml"/><Relationship Id="rId16" Type="http://schemas.openxmlformats.org/officeDocument/2006/relationships/slideMaster" Target="../slideMasters/slideMaster18.xml"/><Relationship Id="rId1" Type="http://schemas.openxmlformats.org/officeDocument/2006/relationships/tags" Target="../tags/tag567.xml"/><Relationship Id="rId6" Type="http://schemas.openxmlformats.org/officeDocument/2006/relationships/tags" Target="../tags/tag572.xml"/><Relationship Id="rId11" Type="http://schemas.openxmlformats.org/officeDocument/2006/relationships/tags" Target="../tags/tag577.xml"/><Relationship Id="rId5" Type="http://schemas.openxmlformats.org/officeDocument/2006/relationships/tags" Target="../tags/tag571.xml"/><Relationship Id="rId15" Type="http://schemas.openxmlformats.org/officeDocument/2006/relationships/tags" Target="../tags/tag581.xml"/><Relationship Id="rId10" Type="http://schemas.openxmlformats.org/officeDocument/2006/relationships/tags" Target="../tags/tag576.xml"/><Relationship Id="rId4" Type="http://schemas.openxmlformats.org/officeDocument/2006/relationships/tags" Target="../tags/tag570.xml"/><Relationship Id="rId9" Type="http://schemas.openxmlformats.org/officeDocument/2006/relationships/tags" Target="../tags/tag575.xml"/><Relationship Id="rId14" Type="http://schemas.openxmlformats.org/officeDocument/2006/relationships/tags" Target="../tags/tag580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tags" Target="../tags/tag584.xml"/><Relationship Id="rId7" Type="http://schemas.openxmlformats.org/officeDocument/2006/relationships/oleObject" Target="../embeddings/oleObject3.bin"/><Relationship Id="rId2" Type="http://schemas.openxmlformats.org/officeDocument/2006/relationships/tags" Target="../tags/tag583.xml"/><Relationship Id="rId1" Type="http://schemas.openxmlformats.org/officeDocument/2006/relationships/tags" Target="../tags/tag582.xml"/><Relationship Id="rId6" Type="http://schemas.openxmlformats.org/officeDocument/2006/relationships/slideMaster" Target="../slideMasters/slideMaster18.xml"/><Relationship Id="rId5" Type="http://schemas.openxmlformats.org/officeDocument/2006/relationships/tags" Target="../tags/tag586.xml"/><Relationship Id="rId4" Type="http://schemas.openxmlformats.org/officeDocument/2006/relationships/tags" Target="../tags/tag585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8.xml"/><Relationship Id="rId2" Type="http://schemas.openxmlformats.org/officeDocument/2006/relationships/tags" Target="../tags/tag587.xml"/><Relationship Id="rId1" Type="http://schemas.openxmlformats.org/officeDocument/2006/relationships/themeOverride" Target="../theme/themeOverride17.xml"/><Relationship Id="rId4" Type="http://schemas.openxmlformats.org/officeDocument/2006/relationships/oleObject" Target="../embeddings/oleObject4.bin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8.xml"/><Relationship Id="rId2" Type="http://schemas.openxmlformats.org/officeDocument/2006/relationships/tags" Target="../tags/tag589.xml"/><Relationship Id="rId1" Type="http://schemas.openxmlformats.org/officeDocument/2006/relationships/tags" Target="../tags/tag588.xml"/><Relationship Id="rId4" Type="http://schemas.openxmlformats.org/officeDocument/2006/relationships/oleObject" Target="../embeddings/oleObject5.bin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8.xml"/><Relationship Id="rId2" Type="http://schemas.openxmlformats.org/officeDocument/2006/relationships/tags" Target="../tags/tag591.xml"/><Relationship Id="rId1" Type="http://schemas.openxmlformats.org/officeDocument/2006/relationships/tags" Target="../tags/tag590.xml"/><Relationship Id="rId4" Type="http://schemas.openxmlformats.org/officeDocument/2006/relationships/oleObject" Target="../embeddings/oleObject6.bin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8.xml"/><Relationship Id="rId2" Type="http://schemas.openxmlformats.org/officeDocument/2006/relationships/tags" Target="../tags/tag593.xml"/><Relationship Id="rId1" Type="http://schemas.openxmlformats.org/officeDocument/2006/relationships/tags" Target="../tags/tag592.xml"/><Relationship Id="rId4" Type="http://schemas.openxmlformats.org/officeDocument/2006/relationships/oleObject" Target="../embeddings/oleObject7.bin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8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9.xml"/></Relationships>
</file>

<file path=ppt/slideLayouts/_rels/slideLayout15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9.xml"/><Relationship Id="rId4" Type="http://schemas.openxmlformats.org/officeDocument/2006/relationships/image" Target="../media/image11.png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9.xml"/><Relationship Id="rId7" Type="http://schemas.microsoft.com/office/2007/relationships/hdphoto" Target="../media/hdphoto2.wdp"/><Relationship Id="rId2" Type="http://schemas.openxmlformats.org/officeDocument/2006/relationships/tags" Target="../tags/tag595.xml"/><Relationship Id="rId1" Type="http://schemas.openxmlformats.org/officeDocument/2006/relationships/tags" Target="../tags/tag594.xml"/><Relationship Id="rId6" Type="http://schemas.openxmlformats.org/officeDocument/2006/relationships/image" Target="../media/image15.png"/><Relationship Id="rId5" Type="http://schemas.openxmlformats.org/officeDocument/2006/relationships/oleObject" Target="../embeddings/oleObject32.bin"/><Relationship Id="rId4" Type="http://schemas.openxmlformats.org/officeDocument/2006/relationships/image" Target="../media/image14.jpeg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9.xml"/><Relationship Id="rId2" Type="http://schemas.openxmlformats.org/officeDocument/2006/relationships/tags" Target="../tags/tag597.xml"/><Relationship Id="rId1" Type="http://schemas.openxmlformats.org/officeDocument/2006/relationships/tags" Target="../tags/tag596.x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33.bin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9.xml"/><Relationship Id="rId2" Type="http://schemas.openxmlformats.org/officeDocument/2006/relationships/tags" Target="../tags/tag599.xml"/><Relationship Id="rId1" Type="http://schemas.openxmlformats.org/officeDocument/2006/relationships/tags" Target="../tags/tag598.xml"/><Relationship Id="rId5" Type="http://schemas.openxmlformats.org/officeDocument/2006/relationships/oleObject" Target="../embeddings/oleObject34.bin"/><Relationship Id="rId4" Type="http://schemas.openxmlformats.org/officeDocument/2006/relationships/image" Target="../media/image16.emf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9.xml"/><Relationship Id="rId2" Type="http://schemas.openxmlformats.org/officeDocument/2006/relationships/tags" Target="../tags/tag601.xml"/><Relationship Id="rId1" Type="http://schemas.openxmlformats.org/officeDocument/2006/relationships/tags" Target="../tags/tag600.xml"/><Relationship Id="rId5" Type="http://schemas.openxmlformats.org/officeDocument/2006/relationships/oleObject" Target="../embeddings/oleObject35.bin"/><Relationship Id="rId4" Type="http://schemas.openxmlformats.org/officeDocument/2006/relationships/image" Target="../media/image16.emf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2lsoft.co.kr/" TargetMode="External"/><Relationship Id="rId1" Type="http://schemas.openxmlformats.org/officeDocument/2006/relationships/slideMaster" Target="../slideMasters/slideMaster19.xml"/></Relationships>
</file>

<file path=ppt/slideLayouts/_rels/slideLayout165.xml.rels><?xml version="1.0" encoding="UTF-8" standalone="yes"?>
<Relationships xmlns="http://schemas.openxmlformats.org/package/2006/relationships"><Relationship Id="rId8" Type="http://schemas.openxmlformats.org/officeDocument/2006/relationships/tags" Target="../tags/tag614.xml"/><Relationship Id="rId13" Type="http://schemas.openxmlformats.org/officeDocument/2006/relationships/tags" Target="../tags/tag619.xml"/><Relationship Id="rId3" Type="http://schemas.openxmlformats.org/officeDocument/2006/relationships/tags" Target="../tags/tag609.xml"/><Relationship Id="rId7" Type="http://schemas.openxmlformats.org/officeDocument/2006/relationships/tags" Target="../tags/tag613.xml"/><Relationship Id="rId12" Type="http://schemas.openxmlformats.org/officeDocument/2006/relationships/tags" Target="../tags/tag618.xml"/><Relationship Id="rId17" Type="http://schemas.openxmlformats.org/officeDocument/2006/relationships/oleObject" Target="../embeddings/oleObject1.bin"/><Relationship Id="rId2" Type="http://schemas.openxmlformats.org/officeDocument/2006/relationships/tags" Target="../tags/tag608.xml"/><Relationship Id="rId16" Type="http://schemas.openxmlformats.org/officeDocument/2006/relationships/slideMaster" Target="../slideMasters/slideMaster20.xml"/><Relationship Id="rId1" Type="http://schemas.openxmlformats.org/officeDocument/2006/relationships/tags" Target="../tags/tag607.xml"/><Relationship Id="rId6" Type="http://schemas.openxmlformats.org/officeDocument/2006/relationships/tags" Target="../tags/tag612.xml"/><Relationship Id="rId11" Type="http://schemas.openxmlformats.org/officeDocument/2006/relationships/tags" Target="../tags/tag617.xml"/><Relationship Id="rId5" Type="http://schemas.openxmlformats.org/officeDocument/2006/relationships/tags" Target="../tags/tag611.xml"/><Relationship Id="rId15" Type="http://schemas.openxmlformats.org/officeDocument/2006/relationships/tags" Target="../tags/tag621.xml"/><Relationship Id="rId10" Type="http://schemas.openxmlformats.org/officeDocument/2006/relationships/tags" Target="../tags/tag616.xml"/><Relationship Id="rId4" Type="http://schemas.openxmlformats.org/officeDocument/2006/relationships/tags" Target="../tags/tag610.xml"/><Relationship Id="rId9" Type="http://schemas.openxmlformats.org/officeDocument/2006/relationships/tags" Target="../tags/tag615.xml"/><Relationship Id="rId14" Type="http://schemas.openxmlformats.org/officeDocument/2006/relationships/tags" Target="../tags/tag620.xml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0.xml"/><Relationship Id="rId1" Type="http://schemas.openxmlformats.org/officeDocument/2006/relationships/tags" Target="../tags/tag622.xml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23.xml"/><Relationship Id="rId1" Type="http://schemas.openxmlformats.org/officeDocument/2006/relationships/themeOverride" Target="../theme/themeOverride18.xml"/><Relationship Id="rId4" Type="http://schemas.openxmlformats.org/officeDocument/2006/relationships/oleObject" Target="../embeddings/oleObject1.bin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25.xml"/><Relationship Id="rId1" Type="http://schemas.openxmlformats.org/officeDocument/2006/relationships/tags" Target="../tags/tag624.xml"/><Relationship Id="rId4" Type="http://schemas.openxmlformats.org/officeDocument/2006/relationships/oleObject" Target="../embeddings/oleObject1.bin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27.xml"/><Relationship Id="rId1" Type="http://schemas.openxmlformats.org/officeDocument/2006/relationships/tags" Target="../tags/tag626.xml"/><Relationship Id="rId4" Type="http://schemas.openxmlformats.org/officeDocument/2006/relationships/oleObject" Target="../embeddings/oleObject1.bin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29.xml"/><Relationship Id="rId1" Type="http://schemas.openxmlformats.org/officeDocument/2006/relationships/tags" Target="../tags/tag628.xml"/><Relationship Id="rId4" Type="http://schemas.openxmlformats.org/officeDocument/2006/relationships/oleObject" Target="../embeddings/oleObject1.bin"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31.xml"/><Relationship Id="rId1" Type="http://schemas.openxmlformats.org/officeDocument/2006/relationships/tags" Target="../tags/tag630.xml"/><Relationship Id="rId4" Type="http://schemas.openxmlformats.org/officeDocument/2006/relationships/oleObject" Target="../embeddings/oleObject1.bin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0.xml"/><Relationship Id="rId1" Type="http://schemas.openxmlformats.org/officeDocument/2006/relationships/tags" Target="../tags/tag632.xml"/></Relationships>
</file>

<file path=ppt/slideLayouts/_rels/slideLayout1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0.xml"/><Relationship Id="rId1" Type="http://schemas.openxmlformats.org/officeDocument/2006/relationships/tags" Target="../tags/tag633.xml"/><Relationship Id="rId4" Type="http://schemas.openxmlformats.org/officeDocument/2006/relationships/image" Target="../media/image1.png"/></Relationships>
</file>

<file path=ppt/slideLayouts/_rels/slideLayout1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0.xml"/><Relationship Id="rId1" Type="http://schemas.openxmlformats.org/officeDocument/2006/relationships/tags" Target="../tags/tag634.xml"/><Relationship Id="rId4" Type="http://schemas.openxmlformats.org/officeDocument/2006/relationships/image" Target="../media/image2.png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76.xml.rels><?xml version="1.0" encoding="UTF-8" standalone="yes"?>
<Relationships xmlns="http://schemas.openxmlformats.org/package/2006/relationships"><Relationship Id="rId3" Type="http://schemas.openxmlformats.org/officeDocument/2006/relationships/tags" Target="../tags/tag642.xml"/><Relationship Id="rId7" Type="http://schemas.openxmlformats.org/officeDocument/2006/relationships/oleObject" Target="../embeddings/oleObject3.bin"/><Relationship Id="rId2" Type="http://schemas.openxmlformats.org/officeDocument/2006/relationships/tags" Target="../tags/tag641.xml"/><Relationship Id="rId1" Type="http://schemas.openxmlformats.org/officeDocument/2006/relationships/tags" Target="../tags/tag640.xml"/><Relationship Id="rId6" Type="http://schemas.openxmlformats.org/officeDocument/2006/relationships/slideMaster" Target="../slideMasters/slideMaster21.xml"/><Relationship Id="rId5" Type="http://schemas.openxmlformats.org/officeDocument/2006/relationships/tags" Target="../tags/tag644.xml"/><Relationship Id="rId4" Type="http://schemas.openxmlformats.org/officeDocument/2006/relationships/tags" Target="../tags/tag643.xml"/></Relationships>
</file>

<file path=ppt/slideLayouts/_rels/slideLayout17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1.xml"/><Relationship Id="rId2" Type="http://schemas.openxmlformats.org/officeDocument/2006/relationships/tags" Target="../tags/tag645.xml"/><Relationship Id="rId1" Type="http://schemas.openxmlformats.org/officeDocument/2006/relationships/themeOverride" Target="../theme/themeOverride19.xml"/><Relationship Id="rId4" Type="http://schemas.openxmlformats.org/officeDocument/2006/relationships/oleObject" Target="../embeddings/oleObject4.bin"/></Relationships>
</file>

<file path=ppt/slideLayouts/_rels/slideLayout1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1.xml"/><Relationship Id="rId1" Type="http://schemas.openxmlformats.org/officeDocument/2006/relationships/tags" Target="../tags/tag646.xml"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22.xml"/></Relationships>
</file>

<file path=ppt/slideLayouts/_rels/slideLayout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22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22.xml"/></Relationships>
</file>

<file path=ppt/slideLayouts/_rels/slideLayout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22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8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2.xml"/><Relationship Id="rId4" Type="http://schemas.openxmlformats.org/officeDocument/2006/relationships/image" Target="../media/image21.png"/></Relationships>
</file>

<file path=ppt/slideLayouts/_rels/slideLayout18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2.xml"/><Relationship Id="rId1" Type="http://schemas.openxmlformats.org/officeDocument/2006/relationships/tags" Target="../tags/tag647.xml"/></Relationships>
</file>

<file path=ppt/slideLayouts/_rels/slideLayout190.xml.rels><?xml version="1.0" encoding="UTF-8" standalone="yes"?>
<Relationships xmlns="http://schemas.openxmlformats.org/package/2006/relationships"><Relationship Id="rId3" Type="http://schemas.openxmlformats.org/officeDocument/2006/relationships/tags" Target="../tags/tag650.xml"/><Relationship Id="rId7" Type="http://schemas.openxmlformats.org/officeDocument/2006/relationships/oleObject" Target="../embeddings/oleObject1.bin"/><Relationship Id="rId2" Type="http://schemas.openxmlformats.org/officeDocument/2006/relationships/tags" Target="../tags/tag649.xml"/><Relationship Id="rId1" Type="http://schemas.openxmlformats.org/officeDocument/2006/relationships/tags" Target="../tags/tag648.xml"/><Relationship Id="rId6" Type="http://schemas.openxmlformats.org/officeDocument/2006/relationships/slideMaster" Target="../slideMasters/slideMaster22.xml"/><Relationship Id="rId5" Type="http://schemas.openxmlformats.org/officeDocument/2006/relationships/tags" Target="../tags/tag652.xml"/><Relationship Id="rId4" Type="http://schemas.openxmlformats.org/officeDocument/2006/relationships/tags" Target="../tags/tag65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1EEC1850-8807-4294-A313-F09B199E5616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557EBD24-BD8D-4E69-9579-1A7326616AED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9" b="1" err="1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9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7B28855-B9C7-439B-B7EC-A322272D4176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E666AEF5-8DB7-489E-A828-C60FDF74CCD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07C1F906-A72A-40C9-9F20-6BE89F01FCD5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F42AF433-818A-4379-B465-4765B8077045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3953407D-0460-4C07-BE7A-ED1BBB85BEE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EDD2287-1CE0-43E7-858A-960698B6559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ED3A05BE-E24F-4D8F-9D68-E6D58AD8653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2194080B-8A74-43FF-99EA-3F1C4F1EA41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441C89CD-B404-4A86-8521-57A790159B8A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B2FCD6C2-FE61-4C1F-BAC4-5B2A81BFC6D4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E4FE131E-7698-4B1D-979E-A11319B8FDF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F52C68D8-2C50-4FD2-B70D-1858ADBED3CE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31620CFF-A529-4158-A105-AA1BE2F38BC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BD4535AA-0916-489F-AB75-0F0DF5B3ECA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4B364576-9F13-43B0-BB94-60012E6C257C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04F92F11-7CBC-4C52-BA2B-E8D06D83456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FEEB7C2E-A24E-4630-983C-2B8E4DA7870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2B56AA3E-06BB-4C2B-A327-E6A43B30C94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5E3F9FD4-D595-41D5-91D5-99B24648954A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5E3F9FD4-D595-41D5-91D5-99B24648954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8"/>
            <a:ext cx="5036360" cy="21050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660545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C553F821-4431-4A73-9478-9271A7B815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C553F821-4431-4A73-9478-9271A7B8156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797F665-A374-4230-A3F5-FF72D911DC2A}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  <a:defRPr/>
            </a:pPr>
            <a:fld id="{B8F23E2C-D151-4406-8312-0AD4BBAE59E0}" type="slidenum">
              <a:rPr kumimoji="0" lang="en-US" altLang="ko-KR" sz="999" b="1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  <a:defRPr/>
              </a:pPr>
              <a:t>‹#›</a:t>
            </a:fld>
            <a:endParaRPr kumimoji="0" lang="en-US" altLang="ko-KR" sz="999" b="1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E5AF764-E898-47C4-BF07-CE2AA40BDC4B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008293" y="659765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6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6554BEC-A8AD-4553-8835-9ABCCDAAA58B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D57BBA-85BC-437B-85A6-4419F05879C8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61CDC12-A9DA-4681-AECF-0B2A1994134D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14273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E1DCE915-01B4-45EB-9C09-C9A63E84309C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E1DCE915-01B4-45EB-9C09-C9A63E84309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6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686581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간지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6BF0DC02-B119-42B0-A79F-22A149983F2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6BF0DC02-B119-42B0-A79F-22A149983F2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5">
            <a:extLst>
              <a:ext uri="{FF2B5EF4-FFF2-40B4-BE49-F238E27FC236}">
                <a16:creationId xmlns:a16="http://schemas.microsoft.com/office/drawing/2014/main" id="{C29F70A6-5E18-4073-9EB6-B65A024B94BC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7008293" y="659765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85781" y="694561"/>
            <a:ext cx="8743950" cy="566936"/>
          </a:xfrm>
        </p:spPr>
        <p:txBody>
          <a:bodyPr>
            <a:noAutofit/>
          </a:bodyPr>
          <a:lstStyle>
            <a:lvl1pPr algn="l">
              <a:defRPr sz="2398" b="1" i="1">
                <a:solidFill>
                  <a:srgbClr val="0070C0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47512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2E811E2B-E40B-49AB-AE5E-7B992C29A3D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2E811E2B-E40B-49AB-AE5E-7B992C29A3D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581C83FE-82D7-4BBC-933F-2BB5EA17F3E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7008293" y="659765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57A59A96-867F-42E7-B26F-AA7E9E1ED0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8C6A362-AB09-4288-A63A-56691600A0E6}" type="datetime1">
              <a:rPr lang="ko-KR" altLang="en-US" smtClean="0"/>
              <a:pPr>
                <a:defRPr/>
              </a:pPr>
              <a:t>2026-08-12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DA8FB480-533B-49F9-B5CE-0E23DC64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825" y="7126288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C7E43406-10C0-4680-A712-CC24B149E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2E3DE307-F538-4F1D-8DD7-9AA13C0AF2D3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359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D51906A-5F55-4B9B-A8C7-CB15A7E239B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D51906A-5F55-4B9B-A8C7-CB15A7E239B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060EE7EC-1A83-4817-9177-73383725EA33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7008293" y="659765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C564EB29-4884-4685-AB12-87AF55C7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BC6F8C7-C848-4427-A016-EF31729C65FC}" type="datetime1">
              <a:rPr lang="ko-KR" altLang="en-US" smtClean="0"/>
              <a:pPr>
                <a:defRPr/>
              </a:pPr>
              <a:t>2026-08-12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51BCB4BC-0BDD-47DB-88AA-7ECBB983B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8"/>
            <a:ext cx="2875319" cy="671512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53578570-34B9-4A35-9223-9F0EDA0D7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3833C435-EA01-4E7D-867E-4C8E76C98F56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8799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113F1C40-C7D0-4C72-8EE0-F5FA65AA23F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113F1C40-C7D0-4C72-8EE0-F5FA65AA23F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DBC7C074-C4A3-4B9C-AE25-A8E2D253073C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7008293" y="659765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8" i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차트를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5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933044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848508CB-46D9-44FD-A7B2-19A2399B694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848508CB-46D9-44FD-A7B2-19A2399B694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4">
            <a:extLst>
              <a:ext uri="{FF2B5EF4-FFF2-40B4-BE49-F238E27FC236}">
                <a16:creationId xmlns:a16="http://schemas.microsoft.com/office/drawing/2014/main" id="{FF7D5DAC-34E7-4B87-8D32-23D97B66ED3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339" tIns="34170" rIns="68339" bIns="34170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>
              <a:defRPr/>
            </a:pPr>
            <a:fld id="{9BA6FB69-24A1-456B-A3A4-05329B6D2551}" type="slidenum">
              <a:rPr lang="en-US" altLang="en-US" sz="1399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>
                <a:defRPr/>
              </a:pPr>
              <a:t>‹#›</a:t>
            </a:fld>
            <a:endParaRPr lang="en-US" altLang="en-US" sz="1399" b="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4EF5778E-9C1B-40DA-8E7C-04140232C7A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7008293" y="659765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2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7"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표를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166043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B43747F5-E67E-4079-B1BF-915893E0ED6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B43747F5-E67E-4079-B1BF-915893E0ED6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그룹 9">
            <a:extLst>
              <a:ext uri="{FF2B5EF4-FFF2-40B4-BE49-F238E27FC236}">
                <a16:creationId xmlns:a16="http://schemas.microsoft.com/office/drawing/2014/main" id="{45513D62-B776-447B-8305-953B2C0B1F9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23827"/>
            <a:chOff x="6124575" y="71414"/>
            <a:chExt cx="3019425" cy="42414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DFBD401-50D9-4904-9B85-7B072C891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5256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창조적이고 합리적인 인재를 육성하는</a:t>
              </a:r>
              <a:r>
                <a:rPr kumimoji="0" lang="en-US" altLang="ko-KR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kumimoji="0" lang="ko-KR" altLang="en-US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최고의 교육 기업 </a:t>
              </a:r>
              <a:endParaRPr kumimoji="0" lang="en-US" altLang="ko-KR" sz="799" b="1">
                <a:solidFill>
                  <a:srgbClr val="C1A50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EFD2FFE5-D623-4F12-ACE8-03E8BFFB75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C4A128F-65E7-4521-BB5B-1A64C70ACA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7008293" y="659765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C3CE0D6B-7630-461D-9F5D-C51FE82EDF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76"/>
            <a:ext cx="683542" cy="436563"/>
          </a:xfrm>
        </p:spPr>
        <p:txBody>
          <a:bodyPr/>
          <a:lstStyle>
            <a:lvl1pPr eaLnBrk="0" hangingPunct="0">
              <a:defRPr kumimoji="1">
                <a:solidFill>
                  <a:srgbClr val="C1A50E"/>
                </a:solidFill>
              </a:defRPr>
            </a:lvl1pPr>
          </a:lstStyle>
          <a:p>
            <a:pPr>
              <a:defRPr/>
            </a:pPr>
            <a:fld id="{AC0AA06F-E203-4BD6-9930-72C2BE29D23D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608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31D8C38A-646A-41AC-821B-134C6C57E04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31D8C38A-646A-41AC-821B-134C6C57E04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5">
            <a:extLst>
              <a:ext uri="{FF2B5EF4-FFF2-40B4-BE49-F238E27FC236}">
                <a16:creationId xmlns:a16="http://schemas.microsoft.com/office/drawing/2014/main" id="{BBA2044E-512C-47B7-B94B-0DFDA92CA10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293" y="659765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6549202-F53A-4987-BB0D-61809FD39D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3" y="2303463"/>
            <a:ext cx="9694882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3073124" y="2618912"/>
            <a:ext cx="6536465" cy="765085"/>
          </a:xfrm>
          <a:prstGeom prst="rect">
            <a:avLst/>
          </a:prstGeom>
        </p:spPr>
        <p:txBody>
          <a:bodyPr anchor="ctr"/>
          <a:lstStyle>
            <a:lvl1pPr>
              <a:defRPr sz="2797" b="1">
                <a:ln>
                  <a:solidFill>
                    <a:srgbClr val="AD0407">
                      <a:alpha val="0"/>
                    </a:srgbClr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506742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7">
            <a:extLst>
              <a:ext uri="{FF2B5EF4-FFF2-40B4-BE49-F238E27FC236}">
                <a16:creationId xmlns:a16="http://schemas.microsoft.com/office/drawing/2014/main" id="{0F2E19C5-7CA1-4884-AA99-3AC8B17C34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614"/>
          <a:stretch>
            <a:fillRect/>
          </a:stretch>
        </p:blipFill>
        <p:spPr bwMode="auto">
          <a:xfrm>
            <a:off x="0" y="5994400"/>
            <a:ext cx="97155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82">
            <a:extLst>
              <a:ext uri="{FF2B5EF4-FFF2-40B4-BE49-F238E27FC236}">
                <a16:creationId xmlns:a16="http://schemas.microsoft.com/office/drawing/2014/main" id="{2A939FFE-49B2-4DDD-8B79-60216B1F3F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8376" y="836614"/>
            <a:ext cx="9207998" cy="574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tIns="0" rIns="0" bIns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553"/>
              </a:spcAft>
              <a:defRPr/>
            </a:pPr>
            <a:endParaRPr lang="en-US" altLang="ko-KR" sz="1476" b="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CBD1D6-EBA0-40C0-9B49-E2DC72989F9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28376" y="80963"/>
            <a:ext cx="9207998" cy="3937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9pPr>
          </a:lstStyle>
          <a:p>
            <a:pPr>
              <a:buSzPct val="90000"/>
              <a:defRPr/>
            </a:pPr>
            <a:endParaRPr lang="en-US" altLang="ko-KR" sz="3320">
              <a:solidFill>
                <a:srgbClr val="0062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2">
            <a:extLst>
              <a:ext uri="{FF2B5EF4-FFF2-40B4-BE49-F238E27FC236}">
                <a16:creationId xmlns:a16="http://schemas.microsoft.com/office/drawing/2014/main" id="{CE97DDEA-97E6-4580-B162-5EB2D594A63B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01501" y="6494464"/>
            <a:ext cx="2455043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defRPr/>
            </a:pPr>
            <a:fld id="{3F25600E-30EC-4E5B-B8F4-AACA3C02A63D}" type="slidenum">
              <a:rPr kumimoji="0" lang="en-US" altLang="ko-KR" sz="1014" smtClean="0">
                <a:solidFill>
                  <a:srgbClr val="005CB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kumimoji="0" lang="en-US" altLang="ko-KR" sz="1014">
              <a:solidFill>
                <a:srgbClr val="005CB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8E63D48-923F-490C-A10E-BD3070C4FED3}"/>
              </a:ext>
            </a:extLst>
          </p:cNvPr>
          <p:cNvSpPr/>
          <p:nvPr userDrawn="1"/>
        </p:nvSpPr>
        <p:spPr>
          <a:xfrm>
            <a:off x="264854" y="166688"/>
            <a:ext cx="130048" cy="550862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15597" indent="-228371" algn="ctr" fontAlgn="ctr">
              <a:buFont typeface="+mj-lt"/>
              <a:buAutoNum type="arabicPeriod"/>
              <a:defRPr/>
            </a:pPr>
            <a:endParaRPr lang="ko-KR" altLang="en-US" sz="1199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0B9D415-B567-445E-9126-92E23D3DD3B3}"/>
              </a:ext>
            </a:extLst>
          </p:cNvPr>
          <p:cNvCxnSpPr>
            <a:cxnSpLocks/>
          </p:cNvCxnSpPr>
          <p:nvPr userDrawn="1"/>
        </p:nvCxnSpPr>
        <p:spPr>
          <a:xfrm>
            <a:off x="494815" y="717550"/>
            <a:ext cx="8941559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텍스트 개체 틀 6"/>
          <p:cNvSpPr>
            <a:spLocks noGrp="1"/>
          </p:cNvSpPr>
          <p:nvPr>
            <p:ph type="body" sz="quarter" idx="10"/>
          </p:nvPr>
        </p:nvSpPr>
        <p:spPr>
          <a:xfrm>
            <a:off x="229467" y="874246"/>
            <a:ext cx="9207798" cy="574675"/>
          </a:xfrm>
        </p:spPr>
        <p:txBody>
          <a:bodyPr/>
          <a:lstStyle>
            <a:lvl1pPr marL="0" indent="0" latinLnBrk="0">
              <a:spcBef>
                <a:spcPts val="0"/>
              </a:spcBef>
              <a:spcAft>
                <a:spcPts val="553"/>
              </a:spcAft>
              <a:buNone/>
              <a:defRPr sz="1476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476" b="1">
                <a:latin typeface="맑은 고딕" pitchFamily="50" charset="-127"/>
                <a:ea typeface="맑은 고딕" pitchFamily="50" charset="-127"/>
              </a:defRPr>
            </a:lvl2pPr>
            <a:lvl3pPr>
              <a:defRPr sz="1476" b="1">
                <a:latin typeface="맑은 고딕" pitchFamily="50" charset="-127"/>
                <a:ea typeface="맑은 고딕" pitchFamily="50" charset="-127"/>
              </a:defRPr>
            </a:lvl3pPr>
            <a:lvl4pPr>
              <a:defRPr sz="1476" b="1">
                <a:latin typeface="맑은 고딕" pitchFamily="50" charset="-127"/>
                <a:ea typeface="맑은 고딕" pitchFamily="50" charset="-127"/>
              </a:defRPr>
            </a:lvl4pPr>
            <a:lvl5pPr>
              <a:defRPr sz="1476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>
                <a:sym typeface="Arial"/>
              </a:rPr>
              <a:t>마스터 텍스트 스타일을 편집합니다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>
          <a:xfrm>
            <a:off x="565062" y="118596"/>
            <a:ext cx="6617576" cy="611187"/>
          </a:xfrm>
        </p:spPr>
        <p:txBody>
          <a:bodyPr anchor="ctr"/>
          <a:lstStyle>
            <a:lvl1pPr marL="0" indent="0" latinLnBrk="0">
              <a:spcBef>
                <a:spcPts val="0"/>
              </a:spcBef>
              <a:spcAft>
                <a:spcPts val="553"/>
              </a:spcAft>
              <a:buNone/>
              <a:defRPr lang="en-US" altLang="ko-KR" sz="2213" b="1" kern="0" baseline="0" dirty="0" smtClean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2"/>
          </p:nvPr>
        </p:nvSpPr>
        <p:spPr>
          <a:xfrm>
            <a:off x="6982069" y="307975"/>
            <a:ext cx="2455196" cy="412750"/>
          </a:xfrm>
        </p:spPr>
        <p:txBody>
          <a:bodyPr anchor="ctr"/>
          <a:lstStyle>
            <a:lvl1pPr marL="0" indent="0" algn="r" latinLnBrk="0">
              <a:buNone/>
              <a:defRPr sz="1291" b="1">
                <a:solidFill>
                  <a:srgbClr val="FFFFFF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7439108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66CC5870-16B3-445B-9820-92EBD4D97B61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2590CD49-F9E9-4813-90F9-784EAEA7E8A0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>
                  <a:solidFill>
                    <a:schemeClr val="tx2"/>
                  </a:solidFill>
                  <a:cs typeface="Arial" panose="020B0604020202020204" pitchFamily="34" charset="0"/>
                </a:rPr>
                <a:t>Primary colors</a:t>
              </a: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043F525-6973-45EA-9FBD-2D41B333DE1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FAD76362-259C-41AB-B98E-40F5591211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B1FF251B-A1EC-42BD-B8C0-C2E6FC266D7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78041E20-A2B3-436E-BD04-75ACB0E776B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95817A15-AEEC-48BB-98B8-02C9C933D96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EC254C4-F452-4A78-B5E5-4E81D2F3A1C3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F07DFA88-5806-4777-9188-3D18CA8364C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D201875A-E6C6-49C2-8837-5106996E244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C085F7ED-BEF3-47FA-B607-0056B92A245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57633658-FAB1-4996-870F-B6CE0917BE6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316A4CCC-08A4-476E-BD1B-EDA801A2903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354ECD0E-9032-4C02-B1FC-498E36A45DD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8F512170-FBC6-421D-A6DD-CF291A580D35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FD4560D4-04EF-4251-B963-B1D00D93F1DE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D168A4FD-7411-4973-8DC8-29E0FB9412F2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BADBEB07-6378-4B0E-9BD9-646EFF21AD7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63566E93-DDB1-4E29-BB47-C604886903F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2F08BAFB-5EE2-4D05-ACAC-7A572B0485EC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A075B00A-72A8-43DF-8A3F-A8F5BF307D0D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A075B00A-72A8-43DF-8A3F-A8F5BF307D0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7"/>
            <a:ext cx="5036360" cy="21172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/>
            </a:lvl1pPr>
          </a:lstStyle>
          <a:p>
            <a:r>
              <a:rPr lang="ko-KR" altLang="en-US" noProof="0"/>
              <a:t>마스터 부제목 스타일 편집</a:t>
            </a:r>
            <a:endParaRPr lang="en-US" noProof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65218585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41718059-7EDC-4C3B-B36B-338B6C9E308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41718059-7EDC-4C3B-B36B-338B6C9E308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C99DFDD8-CD22-462C-B014-F1571EAC7610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26DA3517-CAAD-443D-AA83-58E3414C01DD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1748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6320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0892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5464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  <a:defRPr/>
            </a:pPr>
            <a:fld id="{0BA41ED5-5C57-4D60-B8DA-E35A2DA45BB9}" type="slidenum">
              <a:rPr kumimoji="0" lang="en-US" altLang="ko-KR" sz="999" b="1" smtClean="0">
                <a:solidFill>
                  <a:schemeClr val="tx2"/>
                </a:solidFill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  <a:defRPr/>
              </a:pPr>
              <a:t>‹#›</a:t>
            </a:fld>
            <a:endParaRPr kumimoji="0" lang="en-US" altLang="ko-KR" sz="999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6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/>
            </a:lvl1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AD8D6F5-347B-4C38-AC2E-6BB1A80CAA6B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A935F4-8729-4E4F-AE90-80627BA6F75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8E11BD5-05B8-410D-A8E6-2326E8535B00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37300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D8A32ECD-98E7-4019-89F0-73E37398A49B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D8A32ECD-98E7-4019-89F0-73E37398A49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6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09528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간지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736E6BB9-6E34-4F4C-878A-B4D32576EA0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736E6BB9-6E34-4F4C-878A-B4D32576EA0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B0BB4735-DA66-471D-8E8B-163A6040FE34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rgbClr val="002776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85781" y="694561"/>
            <a:ext cx="8743950" cy="566936"/>
          </a:xfrm>
        </p:spPr>
        <p:txBody>
          <a:bodyPr>
            <a:noAutofit/>
          </a:bodyPr>
          <a:lstStyle>
            <a:lvl1pPr algn="l">
              <a:defRPr sz="2398" b="1" i="1">
                <a:solidFill>
                  <a:srgbClr val="0070C0"/>
                </a:solidFill>
                <a:latin typeface="Georgi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7399951" y="1903184"/>
            <a:ext cx="1730618" cy="4248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1868" i="1">
                <a:solidFill>
                  <a:srgbClr val="0070C0"/>
                </a:solidFill>
                <a:latin typeface="Georgia" pitchFamily="18" charset="0"/>
              </a:defRPr>
            </a:lvl1pPr>
            <a:lvl2pPr>
              <a:buNone/>
              <a:defRPr sz="4396"/>
            </a:lvl2pPr>
            <a:lvl3pPr>
              <a:buNone/>
              <a:defRPr sz="4396"/>
            </a:lvl3pPr>
            <a:lvl4pPr>
              <a:buNone/>
              <a:defRPr sz="4396"/>
            </a:lvl4pPr>
            <a:lvl5pPr>
              <a:buNone/>
              <a:defRPr sz="4396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3302263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84491060-1708-4433-9340-5E85F308889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84491060-1708-4433-9340-5E85F308889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18D45249-753A-46B4-A0E7-D3FC882C6E4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C72FF5B9-3446-4993-9AA3-7A65DA1F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B9E71847-9EFB-4690-9518-0E2824C70A3F}" type="datetime1">
              <a:rPr lang="ko-KR" altLang="en-US"/>
              <a:pPr>
                <a:defRPr/>
              </a:pPr>
              <a:t>2026-08-12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C1046396-4C58-4EAB-BF60-B750E2980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17987E6-AC38-4C7E-8593-319EE698B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A94C1F4E-7FC5-45DF-B974-916FA83A23C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0524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6E387964-48DB-4F0B-AA7D-F84E0A730ED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6E387964-48DB-4F0B-AA7D-F84E0A730ED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4536355B-32E0-4FAE-A874-B626C8D4C90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B1321B4E-BF40-4955-A0EB-FDCB9E5BBE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69A31904-66B5-4282-8FC1-855F06737473}" type="datetime1">
              <a:rPr lang="ko-KR" altLang="en-US"/>
              <a:pPr>
                <a:defRPr/>
              </a:pPr>
              <a:t>2026-08-12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52A3B15C-631C-47BA-AF75-A8B36D264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BF687507-FE2E-462E-A6F8-E7DB34AD4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FDF1E133-5826-4673-8309-47D1E5F43D8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3528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A6AFC9CD-24EC-4662-8120-E8920A07AC5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A6AFC9CD-24EC-4662-8120-E8920A07AC5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F4255A25-5C0B-4C2B-A344-F09F4B1434A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8" i="1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noProof="0"/>
              <a:t>차트를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5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7292046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95950946-5415-4DC5-980C-3FFA3507740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95950946-5415-4DC5-980C-3FFA3507740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7E6ACF1B-A6F8-49E8-B2E3-4D9F7F09F1D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5A7006C8-E82F-4E0F-9626-D3177CC110E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339" tIns="34170" rIns="68339" bIns="34170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1748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6320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0892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5464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>
              <a:defRPr/>
            </a:pPr>
            <a:fld id="{A60DC05C-1BAD-4708-B98D-8FF1CB063905}" type="slidenum">
              <a:rPr lang="en-US" altLang="en-US" sz="1399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>
                <a:defRPr/>
              </a:pPr>
              <a:t>‹#›</a:t>
            </a:fld>
            <a:endParaRPr lang="en-US" altLang="en-US" sz="1399" b="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2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7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noProof="0"/>
              <a:t>표를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3338384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852BB5BE-BC8C-41A7-90D9-30F009C42AD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852BB5BE-BC8C-41A7-90D9-30F009C42AD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3EB1CBF3-C244-48CD-9AA0-8123E4B2C4D0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grpSp>
        <p:nvGrpSpPr>
          <p:cNvPr id="4" name="그룹 9">
            <a:extLst>
              <a:ext uri="{FF2B5EF4-FFF2-40B4-BE49-F238E27FC236}">
                <a16:creationId xmlns:a16="http://schemas.microsoft.com/office/drawing/2014/main" id="{45BDDF73-FB49-4FB6-B852-B8A76B2DB47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19531"/>
            <a:chOff x="6124575" y="71414"/>
            <a:chExt cx="3019425" cy="41984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2CD3964-F043-43B0-8966-21F747BC1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482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9" b="1">
                  <a:solidFill>
                    <a:srgbClr val="C1A50E"/>
                  </a:solidFill>
                </a:rPr>
                <a:t>창조적이고 합리적인 인재를 육성하는</a:t>
              </a:r>
              <a:r>
                <a:rPr kumimoji="0" lang="en-US" altLang="ko-KR" sz="799" b="1">
                  <a:solidFill>
                    <a:srgbClr val="C1A50E"/>
                  </a:solidFill>
                </a:rPr>
                <a:t> </a:t>
              </a:r>
              <a:r>
                <a:rPr kumimoji="0" lang="ko-KR" altLang="en-US" sz="799" b="1">
                  <a:solidFill>
                    <a:srgbClr val="C1A50E"/>
                  </a:solidFill>
                </a:rPr>
                <a:t>최고의 교육 기업 </a:t>
              </a:r>
              <a:endParaRPr kumimoji="0" lang="en-US" altLang="ko-KR" sz="799" b="1">
                <a:solidFill>
                  <a:srgbClr val="C1A50E"/>
                </a:solidFill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52722608-11F3-4B84-90CC-07F14FF699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939EDB7-2815-4E0D-96FC-CB578AB98E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76"/>
            <a:ext cx="683542" cy="436563"/>
          </a:xfrm>
        </p:spPr>
        <p:txBody>
          <a:bodyPr/>
          <a:lstStyle>
            <a:lvl1pPr eaLnBrk="0" hangingPunct="0">
              <a:defRPr kumimoji="1">
                <a:solidFill>
                  <a:srgbClr val="C1A50E"/>
                </a:solidFill>
              </a:defRPr>
            </a:lvl1pPr>
          </a:lstStyle>
          <a:p>
            <a:pPr>
              <a:defRPr/>
            </a:pPr>
            <a:fld id="{71B31E57-07F5-4081-9735-AB2B9105FBE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1570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1BA3B6AB-6879-40A9-9E11-3F848916F3F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1BA3B6AB-6879-40A9-9E11-3F848916F3F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5">
            <a:extLst>
              <a:ext uri="{FF2B5EF4-FFF2-40B4-BE49-F238E27FC236}">
                <a16:creationId xmlns:a16="http://schemas.microsoft.com/office/drawing/2014/main" id="{E3FF4C3C-9386-498F-A2A7-074433F10D10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293" y="659765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2ACA124-4743-4A24-9C3A-865AA6DD87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3" y="2303463"/>
            <a:ext cx="9694882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3073124" y="2618912"/>
            <a:ext cx="6536465" cy="765085"/>
          </a:xfrm>
          <a:prstGeom prst="rect">
            <a:avLst/>
          </a:prstGeom>
        </p:spPr>
        <p:txBody>
          <a:bodyPr anchor="ctr"/>
          <a:lstStyle>
            <a:lvl1pPr>
              <a:defRPr sz="2797" b="1">
                <a:ln>
                  <a:solidFill>
                    <a:srgbClr val="AD0407">
                      <a:alpha val="0"/>
                    </a:srgbClr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145240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B9DEE602-546D-4EA2-987C-8876EC42834F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1CC6BC53-5807-489E-A288-C50614C0A77D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9" b="1" err="1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9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538CBD1-09CD-4262-8747-B112EC8AB0E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A72A779D-3E80-4D6C-9408-AA97401859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6866765D-AD14-4362-911C-4315D2A8BD3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EF1F1FE9-1DE7-4B9C-B0CA-99FD5E1AD99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10CBE228-0EE0-4FF0-ABA0-CABB9F45C4F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96D3135-727B-4FC3-924D-4F5EF55F3D5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CA461F89-7D3A-4F5D-84FA-A9E62CBEF2C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FEADDCCB-8F97-4085-8C61-5E0D6942A46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5C4D222D-0D11-46D5-BD61-3F0842DF7F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4ABDDA44-C92E-4E0B-903B-B121BB8BF05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489AEE90-B728-493C-9ED2-F18A66ED776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C9F8AB68-4336-424D-AD7C-C350FFD7E68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EEAC7785-578F-4121-AE27-9F57811994A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C22FBFAE-8D83-423A-897F-8DC9A8C71D9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22A812B5-3C90-4F54-B500-8EA406B7BD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71A5A8E1-4C26-4506-A8D1-47F10905DE0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A981C079-93CE-4E6A-9A1B-23A8C1741D9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90F2C942-1BC2-43F5-A5C5-4FD00D33A6C2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62DB72CF-7963-4C4F-875E-B925D20120FA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62DB72CF-7963-4C4F-875E-B925D20120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8"/>
            <a:ext cx="5036360" cy="21050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44686199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BEF7C9E4-EBC1-4BDC-9F83-E30AC96C97F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BEF7C9E4-EBC1-4BDC-9F83-E30AC96C97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6D461EDB-9046-47CA-8126-F5EB3E551F60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9B9C3C32-8A99-4B51-B6B6-71B3A53D34AB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  <a:defRPr/>
            </a:pPr>
            <a:fld id="{C66D12F5-D9AC-4029-BE71-C34368C04B11}" type="slidenum">
              <a:rPr kumimoji="0" lang="en-US" altLang="ko-KR" sz="999" b="1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  <a:defRPr/>
              </a:pPr>
              <a:t>‹#›</a:t>
            </a:fld>
            <a:endParaRPr kumimoji="0" lang="en-US" altLang="ko-KR" sz="999" b="1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6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463341C-BE62-4207-9962-4CFFA4FE28DC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DB2B1-C92A-4DF4-B0F7-DFF100079366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AE72A04-271B-4788-AC42-248FC6408514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705602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FAC66320-93E4-4FC9-9FDB-74DD7D885AE0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FAC66320-93E4-4FC9-9FDB-74DD7D885A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6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46190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59B3B39D-6FA5-4EB2-BD21-290F3451BFC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59B3B39D-6FA5-4EB2-BD21-290F3451BF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A1403AF5-D139-4755-8704-8EFC991DBD3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5C1E57DC-906A-48EC-A5AA-74BDE3B7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05E2C6B-D0F9-40C2-8DD4-900F09A0DCEE}" type="datetime1">
              <a:rPr lang="ko-KR" altLang="en-US" smtClean="0"/>
              <a:pPr>
                <a:defRPr/>
              </a:pPr>
              <a:t>2026-08-12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10CEB0FA-7FD7-41E6-AFF3-0F14F892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71A1DF0-7326-4C65-9118-8419688A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14EFD39E-2286-4F29-88CB-2A5292721D22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1822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848C425-3937-4CEA-911E-E77BCF7127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848C425-3937-4CEA-911E-E77BCF7127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9BDF1A07-2949-4698-8C37-F3905428F1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F35A11CD-D4D8-4028-BAC4-7310FFD4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81180BB-2371-4C1E-A22B-F8EBB0278AE3}" type="datetime1">
              <a:rPr lang="ko-KR" altLang="en-US" smtClean="0"/>
              <a:pPr>
                <a:defRPr/>
              </a:pPr>
              <a:t>2026-08-12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7567157B-310B-457C-A1E7-FEA9FD7E9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8EFB9CD9-1998-42ED-9D06-CD60FEC3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B4F4BD5F-7E9C-46E9-A755-0001D64929CF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3889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98E9940B-4F36-4FCD-B0A3-A5F80111C9A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98E9940B-4F36-4FCD-B0A3-A5F80111C9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697CC40F-AD92-4C31-970F-6BABC5718C6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8" i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차트를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5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8972299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569F759E-4FC9-49E0-A5F9-BAFD8C8E6BA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569F759E-4FC9-49E0-A5F9-BAFD8C8E6B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7EC98A98-2B5B-4497-8422-C35D4AC79C3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EC4C4149-1900-4F05-AD86-AE785157D4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339" tIns="34170" rIns="68339" bIns="34170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>
              <a:defRPr/>
            </a:pPr>
            <a:fld id="{8B60DA43-F9AB-4E2E-AC42-E5B3395031C0}" type="slidenum">
              <a:rPr lang="en-US" altLang="en-US" sz="1399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>
                <a:defRPr/>
              </a:pPr>
              <a:t>‹#›</a:t>
            </a:fld>
            <a:endParaRPr lang="en-US" altLang="en-US" sz="1399" b="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2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7"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표를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9501840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3BDA2930-F352-4BBC-B5AE-564B0243E8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3BDA2930-F352-4BBC-B5AE-564B0243E80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8DD5B32A-DC7E-406D-B104-6D702253D58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grpSp>
        <p:nvGrpSpPr>
          <p:cNvPr id="4" name="그룹 9">
            <a:extLst>
              <a:ext uri="{FF2B5EF4-FFF2-40B4-BE49-F238E27FC236}">
                <a16:creationId xmlns:a16="http://schemas.microsoft.com/office/drawing/2014/main" id="{7D92C61B-5476-4EDC-BA67-214EDE45A41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23827"/>
            <a:chOff x="6124575" y="71414"/>
            <a:chExt cx="3019425" cy="42414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0F250AF-EB4C-4141-AD16-2FAFC4042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5256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창조적이고 합리적인 인재를 육성하는</a:t>
              </a:r>
              <a:r>
                <a:rPr kumimoji="0" lang="en-US" altLang="ko-KR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kumimoji="0" lang="ko-KR" altLang="en-US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최고의 교육 기업 </a:t>
              </a:r>
              <a:endParaRPr kumimoji="0" lang="en-US" altLang="ko-KR" sz="799" b="1">
                <a:solidFill>
                  <a:srgbClr val="C1A50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8227756-5CEA-4246-B827-068410B6D7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3A77487-0A21-423D-A0E4-7DEE824A9E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76"/>
            <a:ext cx="683542" cy="436563"/>
          </a:xfrm>
        </p:spPr>
        <p:txBody>
          <a:bodyPr/>
          <a:lstStyle>
            <a:lvl1pPr eaLnBrk="0" hangingPunct="0">
              <a:defRPr kumimoji="1">
                <a:solidFill>
                  <a:srgbClr val="C1A50E"/>
                </a:solidFill>
              </a:defRPr>
            </a:lvl1pPr>
          </a:lstStyle>
          <a:p>
            <a:pPr>
              <a:defRPr/>
            </a:pPr>
            <a:fld id="{5AA48EAB-008A-4E88-AD9F-517483CE72EA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64552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66CC5870-16B3-445B-9820-92EBD4D97B61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2590CD49-F9E9-4813-90F9-784EAEA7E8A0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9" b="1" err="1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9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043F525-6973-45EA-9FBD-2D41B333DE1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FAD76362-259C-41AB-B98E-40F5591211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B1FF251B-A1EC-42BD-B8C0-C2E6FC266D7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78041E20-A2B3-436E-BD04-75ACB0E776B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95817A15-AEEC-48BB-98B8-02C9C933D96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EC254C4-F452-4A78-B5E5-4E81D2F3A1C3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F07DFA88-5806-4777-9188-3D18CA8364C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D201875A-E6C6-49C2-8837-5106996E244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C085F7ED-BEF3-47FA-B607-0056B92A245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57633658-FAB1-4996-870F-B6CE0917BE6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316A4CCC-08A4-476E-BD1B-EDA801A2903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354ECD0E-9032-4C02-B1FC-498E36A45DD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8F512170-FBC6-421D-A6DD-CF291A580D35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FD4560D4-04EF-4251-B963-B1D00D93F1DE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D168A4FD-7411-4973-8DC8-29E0FB9412F2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BADBEB07-6378-4B0E-9BD9-646EFF21AD7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63566E93-DDB1-4E29-BB47-C604886903F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2F08BAFB-5EE2-4D05-ACAC-7A572B0485EC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A075B00A-72A8-43DF-8A3F-A8F5BF307D0D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A075B00A-72A8-43DF-8A3F-A8F5BF307D0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8"/>
            <a:ext cx="5036360" cy="21050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10011410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41718059-7EDC-4C3B-B36B-338B6C9E308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41718059-7EDC-4C3B-B36B-338B6C9E308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C99DFDD8-CD22-462C-B014-F1571EAC7610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26DA3517-CAAD-443D-AA83-58E3414C01DD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1748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6320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0892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5464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  <a:defRPr/>
            </a:pPr>
            <a:fld id="{0BA41ED5-5C57-4D60-B8DA-E35A2DA45BB9}" type="slidenum">
              <a:rPr kumimoji="0" lang="en-US" altLang="ko-KR" sz="999" b="1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  <a:defRPr/>
              </a:pPr>
              <a:t>‹#›</a:t>
            </a:fld>
            <a:endParaRPr kumimoji="0" lang="en-US" altLang="ko-KR" sz="999" b="1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6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AD8D6F5-347B-4C38-AC2E-6BB1A80CAA6B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A935F4-8729-4E4F-AE90-80627BA6F75C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8E11BD5-05B8-410D-A8E6-2326E8535B00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96739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D8A32ECD-98E7-4019-89F0-73E37398A49B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D8A32ECD-98E7-4019-89F0-73E37398A49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6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508456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간지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736E6BB9-6E34-4F4C-878A-B4D32576EA0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736E6BB9-6E34-4F4C-878A-B4D32576EA0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B0BB4735-DA66-471D-8E8B-163A6040FE34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85781" y="694561"/>
            <a:ext cx="8743950" cy="566936"/>
          </a:xfrm>
        </p:spPr>
        <p:txBody>
          <a:bodyPr>
            <a:noAutofit/>
          </a:bodyPr>
          <a:lstStyle>
            <a:lvl1pPr algn="l">
              <a:defRPr sz="2398" b="1" i="1">
                <a:solidFill>
                  <a:srgbClr val="0070C0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7399951" y="1903184"/>
            <a:ext cx="1730618" cy="4248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1868" i="1">
                <a:solidFill>
                  <a:srgbClr val="0070C0"/>
                </a:solidFill>
                <a:latin typeface="맑은 고딕" panose="020B0503020000020004" pitchFamily="50" charset="-127"/>
              </a:defRPr>
            </a:lvl1pPr>
            <a:lvl2pPr>
              <a:buNone/>
              <a:defRPr sz="4396"/>
            </a:lvl2pPr>
            <a:lvl3pPr>
              <a:buNone/>
              <a:defRPr sz="4396"/>
            </a:lvl3pPr>
            <a:lvl4pPr>
              <a:buNone/>
              <a:defRPr sz="4396"/>
            </a:lvl4pPr>
            <a:lvl5pPr>
              <a:buNone/>
              <a:defRPr sz="4396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448266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84491060-1708-4433-9340-5E85F308889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84491060-1708-4433-9340-5E85F308889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18D45249-753A-46B4-A0E7-D3FC882C6E4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C72FF5B9-3446-4993-9AA3-7A65DA1F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9E71847-9EFB-4690-9518-0E2824C70A3F}" type="datetime1">
              <a:rPr lang="ko-KR" altLang="en-US" smtClean="0"/>
              <a:pPr>
                <a:defRPr/>
              </a:pPr>
              <a:t>2026-08-12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C1046396-4C58-4EAB-BF60-B750E2980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17987E6-AC38-4C7E-8593-319EE698B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A94C1F4E-7FC5-45DF-B974-916FA83A23C8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59207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6E387964-48DB-4F0B-AA7D-F84E0A730ED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6E387964-48DB-4F0B-AA7D-F84E0A730ED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4536355B-32E0-4FAE-A874-B626C8D4C90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B1321B4E-BF40-4955-A0EB-FDCB9E5BBE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9A31904-66B5-4282-8FC1-855F06737473}" type="datetime1">
              <a:rPr lang="ko-KR" altLang="en-US" smtClean="0"/>
              <a:pPr>
                <a:defRPr/>
              </a:pPr>
              <a:t>2026-08-12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52A3B15C-631C-47BA-AF75-A8B36D264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BF687507-FE2E-462E-A6F8-E7DB34AD4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FDF1E133-5826-4673-8309-47D1E5F43D87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90870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A6AFC9CD-24EC-4662-8120-E8920A07AC5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A6AFC9CD-24EC-4662-8120-E8920A07AC5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F4255A25-5C0B-4C2B-A344-F09F4B1434A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8" i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차트를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5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7995562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95950946-5415-4DC5-980C-3FFA3507740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95950946-5415-4DC5-980C-3FFA3507740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7E6ACF1B-A6F8-49E8-B2E3-4D9F7F09F1D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5A7006C8-E82F-4E0F-9626-D3177CC110E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339" tIns="34170" rIns="68339" bIns="34170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1748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6320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0892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5464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>
              <a:defRPr/>
            </a:pPr>
            <a:fld id="{A60DC05C-1BAD-4708-B98D-8FF1CB063905}" type="slidenum">
              <a:rPr lang="en-US" altLang="en-US" sz="1399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>
                <a:defRPr/>
              </a:pPr>
              <a:t>‹#›</a:t>
            </a:fld>
            <a:endParaRPr lang="en-US" altLang="en-US" sz="1399" b="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2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7"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표를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0089071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852BB5BE-BC8C-41A7-90D9-30F009C42AD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852BB5BE-BC8C-41A7-90D9-30F009C42AD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3EB1CBF3-C244-48CD-9AA0-8123E4B2C4D0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grpSp>
        <p:nvGrpSpPr>
          <p:cNvPr id="4" name="그룹 9">
            <a:extLst>
              <a:ext uri="{FF2B5EF4-FFF2-40B4-BE49-F238E27FC236}">
                <a16:creationId xmlns:a16="http://schemas.microsoft.com/office/drawing/2014/main" id="{45BDDF73-FB49-4FB6-B852-B8A76B2DB47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23827"/>
            <a:chOff x="6124575" y="71414"/>
            <a:chExt cx="3019425" cy="42414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2CD3964-F043-43B0-8966-21F747BC1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5256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창조적이고 합리적인 인재를 육성하는</a:t>
              </a:r>
              <a:r>
                <a:rPr kumimoji="0" lang="en-US" altLang="ko-KR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kumimoji="0" lang="ko-KR" altLang="en-US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최고의 교육 기업 </a:t>
              </a:r>
              <a:endParaRPr kumimoji="0" lang="en-US" altLang="ko-KR" sz="799" b="1">
                <a:solidFill>
                  <a:srgbClr val="C1A50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52722608-11F3-4B84-90CC-07F14FF699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939EDB7-2815-4E0D-96FC-CB578AB98E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76"/>
            <a:ext cx="683542" cy="436563"/>
          </a:xfrm>
        </p:spPr>
        <p:txBody>
          <a:bodyPr/>
          <a:lstStyle>
            <a:lvl1pPr eaLnBrk="0" hangingPunct="0">
              <a:defRPr kumimoji="1">
                <a:solidFill>
                  <a:srgbClr val="C1A50E"/>
                </a:solidFill>
              </a:defRPr>
            </a:lvl1pPr>
          </a:lstStyle>
          <a:p>
            <a:pPr>
              <a:defRPr/>
            </a:pPr>
            <a:fld id="{71B31E57-07F5-4081-9735-AB2B9105FBEC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453661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B9DEE602-546D-4EA2-987C-8876EC42834F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1CC6BC53-5807-489E-A288-C50614C0A77D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>
                  <a:solidFill>
                    <a:schemeClr val="tx2"/>
                  </a:solidFill>
                  <a:cs typeface="Arial" panose="020B0604020202020204" pitchFamily="34" charset="0"/>
                </a:rPr>
                <a:t>Primary colors</a:t>
              </a: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538CBD1-09CD-4262-8747-B112EC8AB0E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A72A779D-3E80-4D6C-9408-AA97401859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6866765D-AD14-4362-911C-4315D2A8BD3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EF1F1FE9-1DE7-4B9C-B0CA-99FD5E1AD99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10CBE228-0EE0-4FF0-ABA0-CABB9F45C4F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96D3135-727B-4FC3-924D-4F5EF55F3D5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CA461F89-7D3A-4F5D-84FA-A9E62CBEF2C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FEADDCCB-8F97-4085-8C61-5E0D6942A46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5C4D222D-0D11-46D5-BD61-3F0842DF7F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4ABDDA44-C92E-4E0B-903B-B121BB8BF05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489AEE90-B728-493C-9ED2-F18A66ED776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C9F8AB68-4336-424D-AD7C-C350FFD7E68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EEAC7785-578F-4121-AE27-9F57811994A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C22FBFAE-8D83-423A-897F-8DC9A8C71D9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22A812B5-3C90-4F54-B500-8EA406B7BD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71A5A8E1-4C26-4506-A8D1-47F10905DE0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A981C079-93CE-4E6A-9A1B-23A8C1741D9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90F2C942-1BC2-43F5-A5C5-4FD00D33A6C2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62DB72CF-7963-4C4F-875E-B925D20120FA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62DB72CF-7963-4C4F-875E-B925D20120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7"/>
            <a:ext cx="5036360" cy="21172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/>
            </a:lvl1pPr>
          </a:lstStyle>
          <a:p>
            <a:r>
              <a:rPr lang="ko-KR" altLang="en-US" noProof="0"/>
              <a:t>마스터 부제목 스타일 편집</a:t>
            </a:r>
            <a:endParaRPr lang="en-US" noProof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4972928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BEF7C9E4-EBC1-4BDC-9F83-E30AC96C97F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BEF7C9E4-EBC1-4BDC-9F83-E30AC96C97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6D461EDB-9046-47CA-8126-F5EB3E551F60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9B9C3C32-8A99-4B51-B6B6-71B3A53D34AB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  <a:defRPr/>
            </a:pPr>
            <a:fld id="{C66D12F5-D9AC-4029-BE71-C34368C04B11}" type="slidenum">
              <a:rPr kumimoji="0" lang="en-US" altLang="ko-KR" sz="999" b="1" smtClean="0">
                <a:solidFill>
                  <a:schemeClr val="tx2"/>
                </a:solidFill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  <a:defRPr/>
              </a:pPr>
              <a:t>‹#›</a:t>
            </a:fld>
            <a:endParaRPr kumimoji="0" lang="en-US" altLang="ko-KR" sz="999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6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/>
            </a:lvl1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463341C-BE62-4207-9962-4CFFA4FE28DC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DB2B1-C92A-4DF4-B0F7-DFF10007936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AE72A04-271B-4788-AC42-248FC6408514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608166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FAC66320-93E4-4FC9-9FDB-74DD7D885AE0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FAC66320-93E4-4FC9-9FDB-74DD7D885A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6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5407691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59B3B39D-6FA5-4EB2-BD21-290F3451BFC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59B3B39D-6FA5-4EB2-BD21-290F3451BF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A1403AF5-D139-4755-8704-8EFC991DBD3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5C1E57DC-906A-48EC-A5AA-74BDE3B7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505E2C6B-D0F9-40C2-8DD4-900F09A0DCEE}" type="datetime1">
              <a:rPr lang="ko-KR" altLang="en-US"/>
              <a:pPr>
                <a:defRPr/>
              </a:pPr>
              <a:t>2026-08-12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10CEB0FA-7FD7-41E6-AFF3-0F14F892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71A1DF0-7326-4C65-9118-8419688A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14EFD39E-2286-4F29-88CB-2A5292721D2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33462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848C425-3937-4CEA-911E-E77BCF7127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848C425-3937-4CEA-911E-E77BCF7127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9BDF1A07-2949-4698-8C37-F3905428F1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F35A11CD-D4D8-4028-BAC4-7310FFD4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281180BB-2371-4C1E-A22B-F8EBB0278AE3}" type="datetime1">
              <a:rPr lang="ko-KR" altLang="en-US"/>
              <a:pPr>
                <a:defRPr/>
              </a:pPr>
              <a:t>2026-08-12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7567157B-310B-457C-A1E7-FEA9FD7E9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8EFB9CD9-1998-42ED-9D06-CD60FEC3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B4F4BD5F-7E9C-46E9-A755-0001D64929C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12738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98E9940B-4F36-4FCD-B0A3-A5F80111C9A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98E9940B-4F36-4FCD-B0A3-A5F80111C9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697CC40F-AD92-4C31-970F-6BABC5718C6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8" i="1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noProof="0"/>
              <a:t>차트를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5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2929064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569F759E-4FC9-49E0-A5F9-BAFD8C8E6BA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569F759E-4FC9-49E0-A5F9-BAFD8C8E6B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7EC98A98-2B5B-4497-8422-C35D4AC79C3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EC4C4149-1900-4F05-AD86-AE785157D4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339" tIns="34170" rIns="68339" bIns="34170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>
              <a:defRPr/>
            </a:pPr>
            <a:fld id="{8B60DA43-F9AB-4E2E-AC42-E5B3395031C0}" type="slidenum">
              <a:rPr lang="en-US" altLang="en-US" sz="1399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>
                <a:defRPr/>
              </a:pPr>
              <a:t>‹#›</a:t>
            </a:fld>
            <a:endParaRPr lang="en-US" altLang="en-US" sz="1399" b="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2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7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noProof="0"/>
              <a:t>표를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5692407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3BDA2930-F352-4BBC-B5AE-564B0243E8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3BDA2930-F352-4BBC-B5AE-564B0243E80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8DD5B32A-DC7E-406D-B104-6D702253D58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grpSp>
        <p:nvGrpSpPr>
          <p:cNvPr id="4" name="그룹 9">
            <a:extLst>
              <a:ext uri="{FF2B5EF4-FFF2-40B4-BE49-F238E27FC236}">
                <a16:creationId xmlns:a16="http://schemas.microsoft.com/office/drawing/2014/main" id="{7D92C61B-5476-4EDC-BA67-214EDE45A41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19531"/>
            <a:chOff x="6124575" y="71414"/>
            <a:chExt cx="3019425" cy="41984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0F250AF-EB4C-4141-AD16-2FAFC4042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482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9" b="1">
                  <a:solidFill>
                    <a:srgbClr val="C1A50E"/>
                  </a:solidFill>
                </a:rPr>
                <a:t>창조적이고 합리적인 인재를 육성하는</a:t>
              </a:r>
              <a:r>
                <a:rPr kumimoji="0" lang="en-US" altLang="ko-KR" sz="799" b="1">
                  <a:solidFill>
                    <a:srgbClr val="C1A50E"/>
                  </a:solidFill>
                </a:rPr>
                <a:t> </a:t>
              </a:r>
              <a:r>
                <a:rPr kumimoji="0" lang="ko-KR" altLang="en-US" sz="799" b="1">
                  <a:solidFill>
                    <a:srgbClr val="C1A50E"/>
                  </a:solidFill>
                </a:rPr>
                <a:t>최고의 교육 기업 </a:t>
              </a:r>
              <a:endParaRPr kumimoji="0" lang="en-US" altLang="ko-KR" sz="799" b="1">
                <a:solidFill>
                  <a:srgbClr val="C1A50E"/>
                </a:solidFill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8227756-5CEA-4246-B827-068410B6D7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3A77487-0A21-423D-A0E4-7DEE824A9E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76"/>
            <a:ext cx="683542" cy="436563"/>
          </a:xfrm>
        </p:spPr>
        <p:txBody>
          <a:bodyPr/>
          <a:lstStyle>
            <a:lvl1pPr eaLnBrk="0" hangingPunct="0">
              <a:defRPr kumimoji="1">
                <a:solidFill>
                  <a:srgbClr val="C1A50E"/>
                </a:solidFill>
              </a:defRPr>
            </a:lvl1pPr>
          </a:lstStyle>
          <a:p>
            <a:pPr>
              <a:defRPr/>
            </a:pPr>
            <a:fld id="{5AA48EAB-008A-4E88-AD9F-517483CE72E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83239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B9DEE602-546D-4EA2-987C-8876EC42834F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1CC6BC53-5807-489E-A288-C50614C0A77D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>
                  <a:solidFill>
                    <a:schemeClr val="tx2"/>
                  </a:solidFill>
                  <a:cs typeface="Arial" panose="020B0604020202020204" pitchFamily="34" charset="0"/>
                </a:rPr>
                <a:t>Primary colors</a:t>
              </a: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538CBD1-09CD-4262-8747-B112EC8AB0E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A72A779D-3E80-4D6C-9408-AA97401859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6866765D-AD14-4362-911C-4315D2A8BD3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EF1F1FE9-1DE7-4B9C-B0CA-99FD5E1AD99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10CBE228-0EE0-4FF0-ABA0-CABB9F45C4F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96D3135-727B-4FC3-924D-4F5EF55F3D5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CA461F89-7D3A-4F5D-84FA-A9E62CBEF2C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FEADDCCB-8F97-4085-8C61-5E0D6942A46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5C4D222D-0D11-46D5-BD61-3F0842DF7F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4ABDDA44-C92E-4E0B-903B-B121BB8BF05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489AEE90-B728-493C-9ED2-F18A66ED776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C9F8AB68-4336-424D-AD7C-C350FFD7E68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EEAC7785-578F-4121-AE27-9F57811994A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C22FBFAE-8D83-423A-897F-8DC9A8C71D9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22A812B5-3C90-4F54-B500-8EA406B7BD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71A5A8E1-4C26-4506-A8D1-47F10905DE0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A981C079-93CE-4E6A-9A1B-23A8C1741D9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90F2C942-1BC2-43F5-A5C5-4FD00D33A6C2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62DB72CF-7963-4C4F-875E-B925D20120FA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62DB72CF-7963-4C4F-875E-B925D20120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7"/>
            <a:ext cx="5036360" cy="21172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/>
            </a:lvl1pPr>
          </a:lstStyle>
          <a:p>
            <a:r>
              <a:rPr lang="ko-KR" altLang="en-US" noProof="0"/>
              <a:t>마스터 부제목 스타일 편집</a:t>
            </a:r>
            <a:endParaRPr lang="en-US" noProof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74276215"/>
      </p:ext>
    </p:extLst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BEF7C9E4-EBC1-4BDC-9F83-E30AC96C97F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BEF7C9E4-EBC1-4BDC-9F83-E30AC96C97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6D461EDB-9046-47CA-8126-F5EB3E551F60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9B9C3C32-8A99-4B51-B6B6-71B3A53D34AB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  <a:defRPr/>
            </a:pPr>
            <a:fld id="{C66D12F5-D9AC-4029-BE71-C34368C04B11}" type="slidenum">
              <a:rPr kumimoji="0" lang="en-US" altLang="ko-KR" sz="999" b="1" smtClean="0">
                <a:solidFill>
                  <a:schemeClr val="tx2"/>
                </a:solidFill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  <a:defRPr/>
              </a:pPr>
              <a:t>‹#›</a:t>
            </a:fld>
            <a:endParaRPr kumimoji="0" lang="en-US" altLang="ko-KR" sz="999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6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/>
            </a:lvl1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463341C-BE62-4207-9962-4CFFA4FE28DC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DB2B1-C92A-4DF4-B0F7-DFF10007936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AE72A04-271B-4788-AC42-248FC6408514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1902083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FAC66320-93E4-4FC9-9FDB-74DD7D885AE0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FAC66320-93E4-4FC9-9FDB-74DD7D885A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6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0609033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59B3B39D-6FA5-4EB2-BD21-290F3451BFC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59B3B39D-6FA5-4EB2-BD21-290F3451BF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A1403AF5-D139-4755-8704-8EFC991DBD3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5C1E57DC-906A-48EC-A5AA-74BDE3B7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505E2C6B-D0F9-40C2-8DD4-900F09A0DCEE}" type="datetime1">
              <a:rPr lang="ko-KR" altLang="en-US"/>
              <a:pPr>
                <a:defRPr/>
              </a:pPr>
              <a:t>2026-08-12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10CEB0FA-7FD7-41E6-AFF3-0F14F892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71A1DF0-7326-4C65-9118-8419688A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14EFD39E-2286-4F29-88CB-2A5292721D2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47597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848C425-3937-4CEA-911E-E77BCF7127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848C425-3937-4CEA-911E-E77BCF7127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9BDF1A07-2949-4698-8C37-F3905428F1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F35A11CD-D4D8-4028-BAC4-7310FFD4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281180BB-2371-4C1E-A22B-F8EBB0278AE3}" type="datetime1">
              <a:rPr lang="ko-KR" altLang="en-US"/>
              <a:pPr>
                <a:defRPr/>
              </a:pPr>
              <a:t>2026-08-12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7567157B-310B-457C-A1E7-FEA9FD7E9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8EFB9CD9-1998-42ED-9D06-CD60FEC3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B4F4BD5F-7E9C-46E9-A755-0001D64929C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926804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98E9940B-4F36-4FCD-B0A3-A5F80111C9A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98E9940B-4F36-4FCD-B0A3-A5F80111C9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697CC40F-AD92-4C31-970F-6BABC5718C6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8" i="1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noProof="0"/>
              <a:t>차트를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5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73886395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569F759E-4FC9-49E0-A5F9-BAFD8C8E6BA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569F759E-4FC9-49E0-A5F9-BAFD8C8E6B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7EC98A98-2B5B-4497-8422-C35D4AC79C3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EC4C4149-1900-4F05-AD86-AE785157D4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339" tIns="34170" rIns="68339" bIns="34170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>
              <a:defRPr/>
            </a:pPr>
            <a:fld id="{8B60DA43-F9AB-4E2E-AC42-E5B3395031C0}" type="slidenum">
              <a:rPr lang="en-US" altLang="en-US" sz="1399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>
                <a:defRPr/>
              </a:pPr>
              <a:t>‹#›</a:t>
            </a:fld>
            <a:endParaRPr lang="en-US" altLang="en-US" sz="1399" b="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2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7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noProof="0"/>
              <a:t>표를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75620388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3BDA2930-F352-4BBC-B5AE-564B0243E8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3BDA2930-F352-4BBC-B5AE-564B0243E80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8DD5B32A-DC7E-406D-B104-6D702253D58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grpSp>
        <p:nvGrpSpPr>
          <p:cNvPr id="4" name="그룹 9">
            <a:extLst>
              <a:ext uri="{FF2B5EF4-FFF2-40B4-BE49-F238E27FC236}">
                <a16:creationId xmlns:a16="http://schemas.microsoft.com/office/drawing/2014/main" id="{7D92C61B-5476-4EDC-BA67-214EDE45A41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19531"/>
            <a:chOff x="6124575" y="71414"/>
            <a:chExt cx="3019425" cy="41984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0F250AF-EB4C-4141-AD16-2FAFC4042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482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9" b="1">
                  <a:solidFill>
                    <a:srgbClr val="C1A50E"/>
                  </a:solidFill>
                </a:rPr>
                <a:t>창조적이고 합리적인 인재를 육성하는</a:t>
              </a:r>
              <a:r>
                <a:rPr kumimoji="0" lang="en-US" altLang="ko-KR" sz="799" b="1">
                  <a:solidFill>
                    <a:srgbClr val="C1A50E"/>
                  </a:solidFill>
                </a:rPr>
                <a:t> </a:t>
              </a:r>
              <a:r>
                <a:rPr kumimoji="0" lang="ko-KR" altLang="en-US" sz="799" b="1">
                  <a:solidFill>
                    <a:srgbClr val="C1A50E"/>
                  </a:solidFill>
                </a:rPr>
                <a:t>최고의 교육 기업 </a:t>
              </a:r>
              <a:endParaRPr kumimoji="0" lang="en-US" altLang="ko-KR" sz="799" b="1">
                <a:solidFill>
                  <a:srgbClr val="C1A50E"/>
                </a:solidFill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8227756-5CEA-4246-B827-068410B6D7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3A77487-0A21-423D-A0E4-7DEE824A9E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76"/>
            <a:ext cx="683542" cy="436563"/>
          </a:xfrm>
        </p:spPr>
        <p:txBody>
          <a:bodyPr/>
          <a:lstStyle>
            <a:lvl1pPr eaLnBrk="0" hangingPunct="0">
              <a:defRPr kumimoji="1">
                <a:solidFill>
                  <a:srgbClr val="C1A50E"/>
                </a:solidFill>
              </a:defRPr>
            </a:lvl1pPr>
          </a:lstStyle>
          <a:p>
            <a:pPr>
              <a:defRPr/>
            </a:pPr>
            <a:fld id="{5AA48EAB-008A-4E88-AD9F-517483CE72E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88258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44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5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r>
              <a:rPr dirty="0" err="1"/>
              <a:t>본문</a:t>
            </a:r>
            <a:r>
              <a:rPr dirty="0"/>
              <a:t> 첫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1"/>
            <a:r>
              <a:rPr dirty="0" err="1"/>
              <a:t>본문</a:t>
            </a:r>
            <a:r>
              <a:rPr dirty="0"/>
              <a:t> 두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2"/>
            <a:r>
              <a:rPr dirty="0" err="1"/>
              <a:t>본문</a:t>
            </a:r>
            <a:r>
              <a:rPr dirty="0"/>
              <a:t> 세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3"/>
            <a:r>
              <a:rPr dirty="0" err="1"/>
              <a:t>본문</a:t>
            </a:r>
            <a:r>
              <a:rPr dirty="0"/>
              <a:t> 네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4"/>
            <a:r>
              <a:rPr dirty="0" err="1"/>
              <a:t>본문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번째</a:t>
            </a:r>
            <a:r>
              <a:rPr dirty="0"/>
              <a:t> 줄</a:t>
            </a:r>
          </a:p>
        </p:txBody>
      </p:sp>
    </p:spTree>
    <p:extLst>
      <p:ext uri="{BB962C8B-B14F-4D97-AF65-F5344CB8AC3E}">
        <p14:creationId xmlns:p14="http://schemas.microsoft.com/office/powerpoint/2010/main" val="4125838487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B9DEE602-546D-4EA2-987C-8876EC42834F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7" y="2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1CC6BC53-5807-489E-A288-C50614C0A77D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8" b="1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8" b="1" dirty="0" err="1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8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538CBD1-09CD-4262-8747-B112EC8AB0E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A72A779D-3E80-4D6C-9408-AA97401859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6866765D-AD14-4362-911C-4315D2A8BD3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EF1F1FE9-1DE7-4B9C-B0CA-99FD5E1AD99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10CBE228-0EE0-4FF0-ABA0-CABB9F45C4F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96D3135-727B-4FC3-924D-4F5EF55F3D5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CA461F89-7D3A-4F5D-84FA-A9E62CBEF2C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FEADDCCB-8F97-4085-8C61-5E0D6942A46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5C4D222D-0D11-46D5-BD61-3F0842DF7F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4ABDDA44-C92E-4E0B-903B-B121BB8BF05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489AEE90-B728-493C-9ED2-F18A66ED776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C9F8AB68-4336-424D-AD7C-C350FFD7E68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EEAC7785-578F-4121-AE27-9F57811994A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C22FBFAE-8D83-423A-897F-8DC9A8C71D9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22A812B5-3C90-4F54-B500-8EA406B7BD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71A5A8E1-4C26-4506-A8D1-47F10905DE0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A981C079-93CE-4E6A-9A1B-23A8C1741D9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90F2C942-1BC2-43F5-A5C5-4FD00D33A6C2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62DB72CF-7963-4C4F-875E-B925D20120FA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62DB72CF-7963-4C4F-875E-B925D20120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20"/>
            <a:ext cx="5036360" cy="21050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6083" rtl="0" eaLnBrk="0" fontAlgn="base" latinLnBrk="0" hangingPunct="0">
              <a:lnSpc>
                <a:spcPts val="2794"/>
              </a:lnSpc>
              <a:spcBef>
                <a:spcPct val="0"/>
              </a:spcBef>
              <a:spcAft>
                <a:spcPct val="0"/>
              </a:spcAft>
              <a:tabLst/>
              <a:defRPr sz="2794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6331452"/>
      </p:ext>
    </p:extLst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BEF7C9E4-EBC1-4BDC-9F83-E30AC96C97F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BEF7C9E4-EBC1-4BDC-9F83-E30AC96C97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6D461EDB-9046-47CA-8126-F5EB3E551F60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2" y="655479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9B9C3C32-8A99-4B51-B6B6-71B3A53D34AB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41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3"/>
              </a:lnSpc>
              <a:defRPr/>
            </a:pPr>
            <a:fld id="{C66D12F5-D9AC-4029-BE71-C34368C04B11}" type="slidenum">
              <a:rPr kumimoji="0" lang="en-US" altLang="ko-KR" sz="998" b="1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pPr eaLnBrk="1" hangingPunct="1">
                <a:lnSpc>
                  <a:spcPts val="1123"/>
                </a:lnSpc>
                <a:defRPr/>
              </a:pPr>
              <a:t>‹#›</a:t>
            </a:fld>
            <a:endParaRPr kumimoji="0" lang="en-US" altLang="ko-KR" sz="998" b="1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8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4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2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4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4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4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463341C-BE62-4207-9962-4CFFA4FE28DC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DB2B1-C92A-4DF4-B0F7-DFF100079366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AE72A04-271B-4788-AC42-248FC6408514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146591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FAC66320-93E4-4FC9-9FDB-74DD7D885AE0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FAC66320-93E4-4FC9-9FDB-74DD7D885A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7" y="2618107"/>
            <a:ext cx="6595477" cy="1278000"/>
          </a:xfrm>
        </p:spPr>
        <p:txBody>
          <a:bodyPr/>
          <a:lstStyle>
            <a:lvl1pPr>
              <a:lnSpc>
                <a:spcPts val="4878"/>
              </a:lnSpc>
              <a:defRPr sz="5190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278902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간지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25F8C16D-2182-4539-BCD8-D2B71FB7EB5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25F8C16D-2182-4539-BCD8-D2B71FB7EB5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DE23B835-B5A0-44A5-868B-30633A71B25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91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85781" y="694561"/>
            <a:ext cx="8743950" cy="566936"/>
          </a:xfrm>
        </p:spPr>
        <p:txBody>
          <a:bodyPr>
            <a:noAutofit/>
          </a:bodyPr>
          <a:lstStyle>
            <a:lvl1pPr algn="l">
              <a:defRPr sz="2396" b="1" i="1">
                <a:solidFill>
                  <a:srgbClr val="0070C0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7399952" y="1903184"/>
            <a:ext cx="1730618" cy="4248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1836" i="1">
                <a:solidFill>
                  <a:srgbClr val="0070C0"/>
                </a:solidFill>
                <a:latin typeface="맑은 고딕" panose="020B0503020000020004" pitchFamily="50" charset="-127"/>
              </a:defRPr>
            </a:lvl1pPr>
            <a:lvl2pPr>
              <a:buNone/>
              <a:defRPr sz="4392"/>
            </a:lvl2pPr>
            <a:lvl3pPr>
              <a:buNone/>
              <a:defRPr sz="4392"/>
            </a:lvl3pPr>
            <a:lvl4pPr>
              <a:buNone/>
              <a:defRPr sz="4392"/>
            </a:lvl4pPr>
            <a:lvl5pPr>
              <a:buNone/>
              <a:defRPr sz="4392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39202784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59B3B39D-6FA5-4EB2-BD21-290F3451BFC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59B3B39D-6FA5-4EB2-BD21-290F3451BF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A1403AF5-D139-4755-8704-8EFC991DBD3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2" y="655479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4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5C1E57DC-906A-48EC-A5AA-74BDE3B7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3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05E2C6B-D0F9-40C2-8DD4-900F09A0DCEE}" type="datetime1">
              <a:rPr lang="ko-KR" altLang="en-US" smtClean="0"/>
              <a:pPr>
                <a:defRPr/>
              </a:pPr>
              <a:t>2026-08-12</a:t>
            </a:fld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10CEB0FA-7FD7-41E6-AFF3-0F14F892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41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71A1DF0-7326-4C65-9118-8419688A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6" y="6357941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14EFD39E-2286-4F29-88CB-2A5292721D22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456764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848C425-3937-4CEA-911E-E77BCF7127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848C425-3937-4CEA-911E-E77BCF7127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9BDF1A07-2949-4698-8C37-F3905428F1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2" y="655479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4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F35A11CD-D4D8-4028-BAC4-7310FFD4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3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81180BB-2371-4C1E-A22B-F8EBB0278AE3}" type="datetime1">
              <a:rPr lang="ko-KR" altLang="en-US" smtClean="0"/>
              <a:pPr>
                <a:defRPr/>
              </a:pPr>
              <a:t>2026-08-12</a:t>
            </a:fld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7567157B-310B-457C-A1E7-FEA9FD7E9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41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8EFB9CD9-1998-42ED-9D06-CD60FEC3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6" y="6357941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B4F4BD5F-7E9C-46E9-A755-0001D64929CF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198513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98E9940B-4F36-4FCD-B0A3-A5F80111C9A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98E9940B-4F36-4FCD-B0A3-A5F80111C9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697CC40F-AD92-4C31-970F-6BABC5718C6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2" y="655479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6" i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차트를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6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6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6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9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6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41132504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569F759E-4FC9-49E0-A5F9-BAFD8C8E6BA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569F759E-4FC9-49E0-A5F9-BAFD8C8E6B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7EC98A98-2B5B-4497-8422-C35D4AC79C3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2" y="655479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EC4C4149-1900-4F05-AD86-AE785157D4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272" tIns="34137" rIns="68272" bIns="34137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>
              <a:defRPr/>
            </a:pPr>
            <a:fld id="{8B60DA43-F9AB-4E2E-AC42-E5B3395031C0}" type="slidenum">
              <a:rPr lang="en-US" altLang="en-US" sz="1398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>
                <a:defRPr/>
              </a:pPr>
              <a:t>‹#›</a:t>
            </a:fld>
            <a:endParaRPr lang="en-US" altLang="en-US" sz="1398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6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6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6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4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4"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표를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9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6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5479279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3BDA2930-F352-4BBC-B5AE-564B0243E8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3BDA2930-F352-4BBC-B5AE-564B0243E80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8DD5B32A-DC7E-406D-B104-6D702253D58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2" y="655479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grpSp>
        <p:nvGrpSpPr>
          <p:cNvPr id="4" name="그룹 9">
            <a:extLst>
              <a:ext uri="{FF2B5EF4-FFF2-40B4-BE49-F238E27FC236}">
                <a16:creationId xmlns:a16="http://schemas.microsoft.com/office/drawing/2014/main" id="{7D92C61B-5476-4EDC-BA67-214EDE45A41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24468"/>
            <a:chOff x="6124575" y="71414"/>
            <a:chExt cx="3019425" cy="42479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0F250AF-EB4C-4141-AD16-2FAFC4042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5321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8" b="1" dirty="0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창조적이고 합리적인 인재를 육성하는</a:t>
              </a:r>
              <a:r>
                <a:rPr kumimoji="0" lang="en-US" altLang="ko-KR" sz="798" b="1" dirty="0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kumimoji="0" lang="ko-KR" altLang="en-US" sz="798" b="1" dirty="0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최고의 교육 기업 </a:t>
              </a:r>
              <a:endParaRPr kumimoji="0" lang="en-US" altLang="ko-KR" sz="798" b="1" dirty="0">
                <a:solidFill>
                  <a:srgbClr val="C1A50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8227756-5CEA-4246-B827-068410B6D7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3A77487-0A21-423D-A0E4-7DEE824A9E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78"/>
            <a:ext cx="683542" cy="436563"/>
          </a:xfrm>
        </p:spPr>
        <p:txBody>
          <a:bodyPr/>
          <a:lstStyle>
            <a:lvl1pPr eaLnBrk="0" hangingPunct="0">
              <a:defRPr kumimoji="1">
                <a:solidFill>
                  <a:srgbClr val="C1A50E"/>
                </a:solidFill>
              </a:defRPr>
            </a:lvl1pPr>
          </a:lstStyle>
          <a:p>
            <a:pPr>
              <a:defRPr/>
            </a:pPr>
            <a:fld id="{5AA48EAB-008A-4E88-AD9F-517483CE72EA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335378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44369A91-618A-43BE-BBE5-2012E230BD2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44369A91-618A-43BE-BBE5-2012E230BD2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5">
            <a:extLst>
              <a:ext uri="{FF2B5EF4-FFF2-40B4-BE49-F238E27FC236}">
                <a16:creationId xmlns:a16="http://schemas.microsoft.com/office/drawing/2014/main" id="{E70B53CD-A13B-46FF-B1AA-1DBF4C0A290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294" y="6597653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8A6A12F-6647-4098-A342-DBF4181BE2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4" y="2303463"/>
            <a:ext cx="9694882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3073125" y="2618914"/>
            <a:ext cx="6536465" cy="765085"/>
          </a:xfrm>
          <a:prstGeom prst="rect">
            <a:avLst/>
          </a:prstGeom>
        </p:spPr>
        <p:txBody>
          <a:bodyPr anchor="ctr"/>
          <a:lstStyle>
            <a:lvl1pPr>
              <a:defRPr sz="2794" b="1">
                <a:ln>
                  <a:solidFill>
                    <a:srgbClr val="AD0407">
                      <a:alpha val="0"/>
                    </a:srgbClr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24048327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19DCF7D-FA9A-47F4-8F3A-A19D3D0701E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19DCF7D-FA9A-47F4-8F3A-A19D3D0701E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1AE1A42F-6F4F-4D25-81A5-9B9DC4A2247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BCF64B0-51B7-4C5C-9408-76062819BDDE}"/>
              </a:ext>
            </a:extLst>
          </p:cNvPr>
          <p:cNvCxnSpPr/>
          <p:nvPr userDrawn="1"/>
        </p:nvCxnSpPr>
        <p:spPr>
          <a:xfrm>
            <a:off x="291814" y="692150"/>
            <a:ext cx="9141388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9A13A676-CB09-4826-BF2B-8E906BBB0A06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  <a:defRPr/>
            </a:pPr>
            <a:fld id="{82B8AEC0-B83E-40DB-AD6F-658A91FC3A02}" type="slidenum">
              <a:rPr kumimoji="0" lang="en-US" altLang="ko-KR" sz="999" b="1" smtClean="0">
                <a:solidFill>
                  <a:schemeClr val="tx2"/>
                </a:solidFill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  <a:defRPr/>
              </a:pPr>
              <a:t>‹#›</a:t>
            </a:fld>
            <a:endParaRPr kumimoji="0" lang="en-US" altLang="ko-KR" sz="999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387701" y="300116"/>
            <a:ext cx="8872141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0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/>
            </a:lvl1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  <a:endParaRPr lang="en-US" noProof="0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61A37CC-0F32-434D-AAFC-64E65C9D098A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AD1C51-BA4D-43CD-8D3E-02CBF2D9B1B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B002A7C-C287-44B7-9C30-2B39E88AAF56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2551314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8C2B016F-E06B-4903-B30A-9F3E01F075B9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8C2B016F-E06B-4903-B30A-9F3E01F075B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5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46898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8057C2BE-217F-4D35-A566-2024B0CBAB8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8057C2BE-217F-4D35-A566-2024B0CBAB8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492D0B5F-F14E-483F-87C5-113DE909FA5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1"/>
            <a:ext cx="874490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7B69E585-4B44-45B8-A967-F3A860758E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5E240E4B-D40C-4BC7-96C2-605D1195513F}" type="datetime1">
              <a:rPr lang="ko-KR" altLang="en-US"/>
              <a:pPr>
                <a:defRPr/>
              </a:pPr>
              <a:t>2026-08-12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A997CC59-02A6-4249-8DFB-AB7C5F6E1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5FAC651-2517-4CF5-9C8A-B17B9D0EB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F6D9E9E5-227D-4060-A023-9204A10E771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3093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9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DB82723C-7B4A-4D9C-98D9-852702FB20E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DB82723C-7B4A-4D9C-98D9-852702FB20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2AB36869-7D72-4446-9129-7A408523F50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1"/>
            <a:ext cx="874490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764E3662-E05E-453E-A150-0DC4018D6E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FB401A5A-14A3-4A7E-8ABE-A6443683F324}" type="datetime1">
              <a:rPr lang="ko-KR" altLang="en-US"/>
              <a:pPr>
                <a:defRPr/>
              </a:pPr>
              <a:t>2026-08-12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717948CD-990E-48DC-90D4-F9842E7CD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47977ACE-4258-4ED3-9B92-498F2B2AD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75B3A91B-F501-467F-852F-68DB3D73544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65251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간지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15021F70-E4EC-4923-8FF0-519F7A1BD28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15021F70-E4EC-4923-8FF0-519F7A1BD28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DDCCD258-9952-4AA2-923D-43E26ADD812C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rgbClr val="002776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cxnSp>
        <p:nvCxnSpPr>
          <p:cNvPr id="6" name="Shape 4">
            <a:extLst>
              <a:ext uri="{FF2B5EF4-FFF2-40B4-BE49-F238E27FC236}">
                <a16:creationId xmlns:a16="http://schemas.microsoft.com/office/drawing/2014/main" id="{6217DC71-542C-4F6C-8CA9-1A4F00CF287B}"/>
              </a:ext>
            </a:extLst>
          </p:cNvPr>
          <p:cNvCxnSpPr/>
          <p:nvPr userDrawn="1"/>
        </p:nvCxnSpPr>
        <p:spPr>
          <a:xfrm rot="5400000" flipH="1" flipV="1">
            <a:off x="4978991" y="-3960205"/>
            <a:ext cx="173037" cy="9334873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85775" y="694560"/>
            <a:ext cx="8743950" cy="566936"/>
          </a:xfrm>
        </p:spPr>
        <p:txBody>
          <a:bodyPr>
            <a:noAutofit/>
          </a:bodyPr>
          <a:lstStyle>
            <a:lvl1pPr algn="l">
              <a:defRPr sz="2398" b="1" i="1">
                <a:solidFill>
                  <a:srgbClr val="0070C0"/>
                </a:solidFill>
                <a:latin typeface="Georgi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7399939" y="1903184"/>
            <a:ext cx="1730618" cy="4248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1868" i="1">
                <a:solidFill>
                  <a:srgbClr val="0070C0"/>
                </a:solidFill>
                <a:latin typeface="Georgia" pitchFamily="18" charset="0"/>
              </a:defRPr>
            </a:lvl1pPr>
            <a:lvl2pPr>
              <a:buNone/>
              <a:defRPr sz="4396"/>
            </a:lvl2pPr>
            <a:lvl3pPr>
              <a:buNone/>
              <a:defRPr sz="4396"/>
            </a:lvl3pPr>
            <a:lvl4pPr>
              <a:buNone/>
              <a:defRPr sz="4396"/>
            </a:lvl4pPr>
            <a:lvl5pPr>
              <a:buNone/>
              <a:defRPr sz="4396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4792863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1001">
            <a:extLst>
              <a:ext uri="{FF2B5EF4-FFF2-40B4-BE49-F238E27FC236}">
                <a16:creationId xmlns:a16="http://schemas.microsoft.com/office/drawing/2014/main" id="{76FF2281-C49D-4292-A8A6-C47DC5336729}"/>
              </a:ext>
            </a:extLst>
          </p:cNvPr>
          <p:cNvGrpSpPr/>
          <p:nvPr userDrawn="1"/>
        </p:nvGrpSpPr>
        <p:grpSpPr>
          <a:xfrm>
            <a:off x="675928" y="570613"/>
            <a:ext cx="8272506" cy="13971"/>
            <a:chOff x="1703413" y="1130239"/>
            <a:chExt cx="15571775" cy="20956"/>
          </a:xfrm>
        </p:grpSpPr>
        <p:pic>
          <p:nvPicPr>
            <p:cNvPr id="8" name="Object 2">
              <a:extLst>
                <a:ext uri="{FF2B5EF4-FFF2-40B4-BE49-F238E27FC236}">
                  <a16:creationId xmlns:a16="http://schemas.microsoft.com/office/drawing/2014/main" id="{9C92F09C-D3DF-4C1C-8852-B506697932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0800000">
              <a:off x="1703413" y="1130239"/>
              <a:ext cx="15571775" cy="20956"/>
            </a:xfrm>
            <a:prstGeom prst="rect">
              <a:avLst/>
            </a:prstGeom>
          </p:spPr>
        </p:pic>
      </p:grpSp>
      <p:grpSp>
        <p:nvGrpSpPr>
          <p:cNvPr id="9" name="그룹 1002">
            <a:extLst>
              <a:ext uri="{FF2B5EF4-FFF2-40B4-BE49-F238E27FC236}">
                <a16:creationId xmlns:a16="http://schemas.microsoft.com/office/drawing/2014/main" id="{0123E3E4-7548-4AFA-B96C-448B241406BB}"/>
              </a:ext>
            </a:extLst>
          </p:cNvPr>
          <p:cNvGrpSpPr/>
          <p:nvPr userDrawn="1"/>
        </p:nvGrpSpPr>
        <p:grpSpPr>
          <a:xfrm>
            <a:off x="307832" y="545850"/>
            <a:ext cx="1012970" cy="63492"/>
            <a:chOff x="1010526" y="1093098"/>
            <a:chExt cx="1906767" cy="95238"/>
          </a:xfrm>
        </p:grpSpPr>
        <p:pic>
          <p:nvPicPr>
            <p:cNvPr id="10" name="Object 5">
              <a:extLst>
                <a:ext uri="{FF2B5EF4-FFF2-40B4-BE49-F238E27FC236}">
                  <a16:creationId xmlns:a16="http://schemas.microsoft.com/office/drawing/2014/main" id="{4560AA6C-7D1F-413A-80D5-AAA9044EF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10800000">
              <a:off x="1010526" y="1093098"/>
              <a:ext cx="1906767" cy="95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35017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1001">
            <a:extLst>
              <a:ext uri="{FF2B5EF4-FFF2-40B4-BE49-F238E27FC236}">
                <a16:creationId xmlns:a16="http://schemas.microsoft.com/office/drawing/2014/main" id="{32113C2A-C2DD-48B7-9FFD-9F6B5FE31AFF}"/>
              </a:ext>
            </a:extLst>
          </p:cNvPr>
          <p:cNvGrpSpPr/>
          <p:nvPr userDrawn="1"/>
        </p:nvGrpSpPr>
        <p:grpSpPr>
          <a:xfrm>
            <a:off x="675928" y="570613"/>
            <a:ext cx="8272506" cy="13971"/>
            <a:chOff x="1703413" y="1130239"/>
            <a:chExt cx="15571775" cy="20956"/>
          </a:xfrm>
        </p:grpSpPr>
        <p:pic>
          <p:nvPicPr>
            <p:cNvPr id="8" name="Object 2">
              <a:extLst>
                <a:ext uri="{FF2B5EF4-FFF2-40B4-BE49-F238E27FC236}">
                  <a16:creationId xmlns:a16="http://schemas.microsoft.com/office/drawing/2014/main" id="{7E7E1041-588B-4C2A-A9FE-33415814A4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0800000">
              <a:off x="1703413" y="1130239"/>
              <a:ext cx="15571775" cy="20956"/>
            </a:xfrm>
            <a:prstGeom prst="rect">
              <a:avLst/>
            </a:prstGeom>
          </p:spPr>
        </p:pic>
      </p:grpSp>
      <p:grpSp>
        <p:nvGrpSpPr>
          <p:cNvPr id="9" name="그룹 1002">
            <a:extLst>
              <a:ext uri="{FF2B5EF4-FFF2-40B4-BE49-F238E27FC236}">
                <a16:creationId xmlns:a16="http://schemas.microsoft.com/office/drawing/2014/main" id="{9BBB9F5A-58D8-4C5A-B57D-6914FA100893}"/>
              </a:ext>
            </a:extLst>
          </p:cNvPr>
          <p:cNvGrpSpPr/>
          <p:nvPr userDrawn="1"/>
        </p:nvGrpSpPr>
        <p:grpSpPr>
          <a:xfrm>
            <a:off x="307832" y="545850"/>
            <a:ext cx="1012970" cy="63492"/>
            <a:chOff x="1010526" y="1093098"/>
            <a:chExt cx="1906767" cy="95238"/>
          </a:xfrm>
        </p:grpSpPr>
        <p:pic>
          <p:nvPicPr>
            <p:cNvPr id="10" name="Object 5">
              <a:extLst>
                <a:ext uri="{FF2B5EF4-FFF2-40B4-BE49-F238E27FC236}">
                  <a16:creationId xmlns:a16="http://schemas.microsoft.com/office/drawing/2014/main" id="{3225AEF8-ED43-44C0-A573-EC5919845F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10800000">
              <a:off x="1010526" y="1093098"/>
              <a:ext cx="1906767" cy="95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820991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C077F19B-FD08-4039-9A8F-11C30203805F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29E5A8BC-25CB-4A51-B794-D9D0454A6880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9" b="1" dirty="0" err="1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9" b="1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F9ECC9A1-3C15-4DEF-BF08-64111A9481F2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15EE46DF-557E-498D-946D-342549033E1A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81857714-F0E4-44EC-81A0-DD819196137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818003AD-CA9A-4944-8B97-B7A2D8EC20E4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44A64EB4-7429-42FC-8052-BFB560D4B1FD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22A428A9-A437-4FE1-A821-56F2CD18286D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51BC3A80-9023-4923-BFE4-963FB17557E7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2C944D16-4C42-4236-81D5-9DFE1EEC452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7E94EDC4-7E30-4EEE-A47D-CC92278564F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6D535588-4DCD-462B-BA2A-9EC0705C996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E45000EA-57CB-43B3-9714-C1140D810DA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CBE6F49F-95A5-4385-8607-92FBDBEA9373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954755E5-58CB-4861-86D1-9DAF1B1E87AF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6266CA77-8CA1-48FA-901E-5E5705B9780C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2933A6DF-7E4D-495B-ACAB-02AA42D5367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4C704331-BE9C-41EC-B928-A0ABE056CEE7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A41DEF49-7C63-4CA6-966E-7C6FF0240BC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504F7F19-BE4C-48BD-8DAB-11535BFC98E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043E099A-E7AB-439C-838E-305843A914E3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043E099A-E7AB-439C-838E-305843A914E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7"/>
            <a:ext cx="5036360" cy="2282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03732244"/>
      </p:ext>
    </p:extLst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C96EA23-4DDF-4E76-962F-32D73E13FA5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C96EA23-4DDF-4E76-962F-32D73E13FA5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235C20FF-A190-420C-B0BE-61F4D1D74CF5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74E58B1-A008-4333-9059-C98D6F74A884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1748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6320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0892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5464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  <a:defRPr/>
            </a:pPr>
            <a:fld id="{BA0A5BCB-4C5D-4C34-870E-1BD570021C6B}" type="slidenum">
              <a:rPr kumimoji="0" lang="en-US" altLang="ko-KR" sz="999" b="1" smtClean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  <a:defRPr/>
              </a:pPr>
              <a:t>‹#›</a:t>
            </a:fld>
            <a:endParaRPr kumimoji="0" lang="en-US" altLang="ko-KR" sz="999" b="1" dirty="0">
              <a:solidFill>
                <a:schemeClr val="tx2"/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6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864958B8-A53E-4381-9FEF-898D09C96B64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32D283E-1B06-48A4-91B8-95F3DD522385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475BA3E-09C2-4C17-9A57-4736A700725E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6339465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BC54F086-4A42-41E4-BDAC-921FCB626D05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BC54F086-4A42-41E4-BDAC-921FCB626D0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6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950715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2B34CBDF-99B4-4872-8CD3-E139B92ED2D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2B34CBDF-99B4-4872-8CD3-E139B92ED2D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E00D4114-9116-4161-9AAA-7BC3B5ED106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D95592DD-0396-4F35-B9BC-8768C3A6F3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A09CB375-EDEA-40C0-A610-62037F6B0306}" type="datetime1">
              <a:rPr lang="ko-KR" altLang="en-US" smtClean="0"/>
              <a:pPr>
                <a:defRPr/>
              </a:pPr>
              <a:t>2026-08-12</a:t>
            </a:fld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C35D1FFC-29BF-46E5-B2AF-6596A9AA1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F251980-9A34-4514-B0B8-072BE6A24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EF7437BE-D912-438D-A1C4-00F2E0D128BF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03649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81E6D157-B469-4E1D-B817-FE7FEA1DA1A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81E6D157-B469-4E1D-B817-FE7FEA1DA1A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556883D1-0648-4F26-8339-13E953140B0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2ADB20CA-AB57-461C-AEE4-1C69E24829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DFEB16C5-96D5-45FE-AACC-B7B28B7558F8}" type="datetime1">
              <a:rPr lang="ko-KR" altLang="en-US" smtClean="0"/>
              <a:pPr>
                <a:defRPr/>
              </a:pPr>
              <a:t>2026-08-12</a:t>
            </a:fld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DB874F34-9E0D-4E62-8A70-9A99BCE45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8DEAB9CB-9A9E-42A4-9DD9-A1FE3EBA9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 smtClean="0"/>
            </a:lvl1pPr>
          </a:lstStyle>
          <a:p>
            <a:pPr>
              <a:defRPr/>
            </a:pPr>
            <a:fld id="{6DA228CE-D184-4C81-8343-7038CF3390B4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029542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58E696FF-B267-4FDF-839E-1820BD3004A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58E696FF-B267-4FDF-839E-1820BD3004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6A690864-84E6-4DB9-A666-BD8A9A46909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8" i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차트를 추가하려면 아이콘을 클릭하십시오</a:t>
            </a:r>
            <a:endParaRPr lang="en-US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5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8770829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0005055F-B050-4752-959A-40C385826E0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0005055F-B050-4752-959A-40C385826E0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5F50CAFB-1C1C-41A3-A595-D5D1B39EEFF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134FE92C-5022-448C-834D-EEC54AC51BB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339" tIns="34170" rIns="68339" bIns="34170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1748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6320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0892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5464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>
              <a:defRPr/>
            </a:pPr>
            <a:fld id="{5A4CB4E2-4E05-4E24-902D-942FD1030333}" type="slidenum">
              <a:rPr lang="en-US" altLang="en-US" sz="1399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>
                <a:defRPr/>
              </a:pPr>
              <a:t>‹#›</a:t>
            </a:fld>
            <a:endParaRPr lang="en-US" altLang="en-US" sz="1399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2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7"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표를 추가하려면 아이콘을 클릭하십시오</a:t>
            </a:r>
            <a:endParaRPr lang="en-US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97322785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5852AD6D-2416-429C-AB75-996C4E6E16C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5852AD6D-2416-429C-AB75-996C4E6E16C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E63A22BD-C80D-4994-AFE5-E0E7C63225B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grpSp>
        <p:nvGrpSpPr>
          <p:cNvPr id="4" name="그룹 9">
            <a:extLst>
              <a:ext uri="{FF2B5EF4-FFF2-40B4-BE49-F238E27FC236}">
                <a16:creationId xmlns:a16="http://schemas.microsoft.com/office/drawing/2014/main" id="{856E92B4-C57B-473D-A5B7-517A2BD9B82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19531"/>
            <a:chOff x="6124575" y="71414"/>
            <a:chExt cx="3019425" cy="41984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EF0F2E1-925D-48FD-88BC-AA5A12E38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482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9" b="1" dirty="0">
                  <a:solidFill>
                    <a:srgbClr val="C1A50E"/>
                  </a:solidFill>
                </a:rPr>
                <a:t>창조적이고 합리적인 인재를 육성하는</a:t>
              </a:r>
              <a:r>
                <a:rPr kumimoji="0" lang="en-US" altLang="ko-KR" sz="799" b="1" dirty="0">
                  <a:solidFill>
                    <a:srgbClr val="C1A50E"/>
                  </a:solidFill>
                </a:rPr>
                <a:t> </a:t>
              </a:r>
              <a:r>
                <a:rPr kumimoji="0" lang="ko-KR" altLang="en-US" sz="799" b="1" dirty="0">
                  <a:solidFill>
                    <a:srgbClr val="C1A50E"/>
                  </a:solidFill>
                </a:rPr>
                <a:t>최고의 교육 기업 </a:t>
              </a:r>
              <a:endParaRPr kumimoji="0" lang="en-US" altLang="ko-KR" sz="799" b="1" dirty="0">
                <a:solidFill>
                  <a:srgbClr val="C1A50E"/>
                </a:solidFill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3FFEFA5B-F28A-4AB0-A103-F33F23C435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327C4F70-29BA-413C-A623-55B4D902A6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76"/>
            <a:ext cx="683542" cy="436563"/>
          </a:xfrm>
        </p:spPr>
        <p:txBody>
          <a:bodyPr/>
          <a:lstStyle>
            <a:lvl1pPr eaLnBrk="0" hangingPunct="0">
              <a:defRPr kumimoji="1" smtClean="0">
                <a:solidFill>
                  <a:srgbClr val="C1A50E"/>
                </a:solidFill>
              </a:defRPr>
            </a:lvl1pPr>
          </a:lstStyle>
          <a:p>
            <a:pPr>
              <a:defRPr/>
            </a:pPr>
            <a:fld id="{D0837FE5-BE47-4B92-B867-8D0BE7001D0F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272615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44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5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r>
              <a:rPr dirty="0" err="1"/>
              <a:t>본문</a:t>
            </a:r>
            <a:r>
              <a:rPr dirty="0"/>
              <a:t> 첫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1"/>
            <a:r>
              <a:rPr dirty="0" err="1"/>
              <a:t>본문</a:t>
            </a:r>
            <a:r>
              <a:rPr dirty="0"/>
              <a:t> 두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2"/>
            <a:r>
              <a:rPr dirty="0" err="1"/>
              <a:t>본문</a:t>
            </a:r>
            <a:r>
              <a:rPr dirty="0"/>
              <a:t> 세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3"/>
            <a:r>
              <a:rPr dirty="0" err="1"/>
              <a:t>본문</a:t>
            </a:r>
            <a:r>
              <a:rPr dirty="0"/>
              <a:t> 네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4"/>
            <a:r>
              <a:rPr dirty="0" err="1"/>
              <a:t>본문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번째</a:t>
            </a:r>
            <a:r>
              <a:rPr dirty="0"/>
              <a:t> 줄</a:t>
            </a:r>
          </a:p>
        </p:txBody>
      </p:sp>
    </p:spTree>
    <p:extLst>
      <p:ext uri="{BB962C8B-B14F-4D97-AF65-F5344CB8AC3E}">
        <p14:creationId xmlns:p14="http://schemas.microsoft.com/office/powerpoint/2010/main" val="3086755205"/>
      </p:ext>
    </p:extLst>
  </p:cSld>
  <p:clrMapOvr>
    <a:masterClrMapping/>
  </p:clrMapOvr>
  <p:transition spd="med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677DBD19-A000-41F2-B45B-A413264DA2DD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4A52B004-D41B-40F6-B85D-CDA069DDCCEC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9" b="1" dirty="0" err="1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9" b="1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C73FC893-7959-415D-A5ED-C24BBB66E90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5331242D-55A9-4DDF-AC65-004129931B9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A0E27FC9-E27B-40C2-BDF1-A3BE03B3DAAD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FE656F8F-263A-499F-A939-FB268BC16BEE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1572B878-9102-492D-ACF4-A453BB9D60C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C076B2D9-42FC-4B75-B15F-2A8CF515298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159A7E1F-A13B-43C9-841C-E164692B4A57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1E0FAA33-63A6-466C-B004-7CD8A2E2C253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11CA9B8A-75FC-4C79-886B-06C4BCC4EF3C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22DCCCE4-AF04-4066-8A1F-663029D6DEE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073D7882-7796-42F2-942D-4FEFB65B985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33240830-FC97-4310-B38B-17A3A26DE02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66FD3118-AD8C-42DF-8DB1-8B81E8E0509F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8D96EAF5-A631-42D1-9E32-70FF33495CF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0F7BE7A9-1290-4E58-B2AC-36A339AEAB1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84FB941C-8293-4117-B9E6-FFC044A48ED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B4EB2680-F2CF-4DBB-8E49-EA57C03919F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242E4882-50DC-4A50-AF8A-2594D22C2B1C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296659B5-5AD3-43C9-8F35-841506289166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296659B5-5AD3-43C9-8F35-84150628916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7"/>
            <a:ext cx="5036360" cy="2282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7007549"/>
      </p:ext>
    </p:extLst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A2FFE4E2-B11F-4822-BD1A-A2DB8FF1212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A2FFE4E2-B11F-4822-BD1A-A2DB8FF1212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C69599B5-BE66-49B2-9669-1A87E372E343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0B4AA31-2365-4A8A-850D-C2F3371450B1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</a:pPr>
            <a:fld id="{4D73FBCF-8523-46E1-8DAC-56244B9E4FD7}" type="slidenum">
              <a:rPr kumimoji="0" lang="en-US" altLang="ko-KR" sz="999" b="1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</a:pPr>
              <a:t>‹#›</a:t>
            </a:fld>
            <a:endParaRPr kumimoji="0" lang="en-US" altLang="ko-KR" sz="999" b="1" dirty="0">
              <a:solidFill>
                <a:schemeClr val="tx2"/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6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5A568837-04E7-455B-94DA-7D652BAAE2B5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93CAF38-440A-4D13-8263-803947260A6F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E8FF935-CB55-40A9-BAE2-84A81EE82714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5039939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24DC2F0B-7240-4C27-BF3F-F30402B92B19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24DC2F0B-7240-4C27-BF3F-F30402B92B1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6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167609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간지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FCFA50F6-496A-4488-99FD-D132A1ABD70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FCFA50F6-496A-4488-99FD-D132A1ABD70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374F2826-8F6D-479B-BCA4-72F5F8819D1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rgbClr val="002776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85781" y="694561"/>
            <a:ext cx="8743950" cy="566936"/>
          </a:xfrm>
        </p:spPr>
        <p:txBody>
          <a:bodyPr>
            <a:noAutofit/>
          </a:bodyPr>
          <a:lstStyle>
            <a:lvl1pPr algn="l">
              <a:defRPr sz="2398" b="1" i="1">
                <a:solidFill>
                  <a:srgbClr val="0070C0"/>
                </a:solidFill>
                <a:latin typeface="Georgi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7399951" y="1903184"/>
            <a:ext cx="1730618" cy="4248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1868" i="1">
                <a:solidFill>
                  <a:srgbClr val="0070C0"/>
                </a:solidFill>
                <a:latin typeface="Georgia" pitchFamily="18" charset="0"/>
              </a:defRPr>
            </a:lvl1pPr>
            <a:lvl2pPr>
              <a:buNone/>
              <a:defRPr sz="4396"/>
            </a:lvl2pPr>
            <a:lvl3pPr>
              <a:buNone/>
              <a:defRPr sz="4396"/>
            </a:lvl3pPr>
            <a:lvl4pPr>
              <a:buNone/>
              <a:defRPr sz="4396"/>
            </a:lvl4pPr>
            <a:lvl5pPr>
              <a:buNone/>
              <a:defRPr sz="4396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6086276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70179235-45B7-489E-B808-C2F57121039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70179235-45B7-489E-B808-C2F57121039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B78DC35B-A4C7-4E3D-8087-EE6FE6C2962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9A8171C2-2D40-4BD1-91CA-4A589D5E7F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5BBABDF2-3989-45AB-A769-955C19412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25AB0386-51D8-4A90-8C50-D767B5625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fld id="{7A6DAC87-7BE4-4885-AD24-400AA50FFEA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304353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3C26479E-149E-4BD6-842C-B0F7EDEEEA4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3C26479E-149E-4BD6-842C-B0F7EDEEEA4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4E6F2C81-1A32-4792-993A-FC204935EBE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5C8985F2-2266-410F-A300-1F00645C7C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4EDC4089-7B88-4EEA-88A1-E5C1875BB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64D04AF5-E93D-4CDD-8033-0F59DC6BF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fld id="{6FE1B0E8-C4EF-49F8-A2BD-7ABC50A1D8A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378773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87BE0E16-ED13-4F52-B3F1-2F6896FEC02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87BE0E16-ED13-4F52-B3F1-2F6896FEC02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A80AD1A5-9A77-47DF-9D6A-43399179AFE7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8" i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차트를 추가하려면 아이콘을 클릭하십시오</a:t>
            </a:r>
            <a:endParaRPr lang="en-US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5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65823094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CA0AA2A4-716D-47A1-A603-3B61243AB94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CA0AA2A4-716D-47A1-A603-3B61243AB94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59C0E28B-1308-4C64-AD3C-8D80BDAC76A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7233E7FC-A2EB-40EB-899D-C5C2176EA22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339" tIns="34170" rIns="68339" bIns="34170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/>
            <a:fld id="{32FB4AD2-95CA-44F8-88FF-150EBB118C07}" type="slidenum">
              <a:rPr lang="en-US" altLang="en-US" sz="1399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/>
              <a:t>‹#›</a:t>
            </a:fld>
            <a:endParaRPr lang="en-US" altLang="en-US" sz="1399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2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7"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표를 추가하려면 아이콘을 클릭하십시오</a:t>
            </a:r>
            <a:endParaRPr lang="en-US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2185103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A15C1BC3-29A6-4F90-9908-1C8DE955FC2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A15C1BC3-29A6-4F90-9908-1C8DE955FC2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C1A82290-F7EA-41CE-8C70-9FEAD914E721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grpSp>
        <p:nvGrpSpPr>
          <p:cNvPr id="4" name="그룹 9">
            <a:extLst>
              <a:ext uri="{FF2B5EF4-FFF2-40B4-BE49-F238E27FC236}">
                <a16:creationId xmlns:a16="http://schemas.microsoft.com/office/drawing/2014/main" id="{AA636420-38A8-44B7-8B4B-2948E110A8F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19531"/>
            <a:chOff x="6124575" y="71414"/>
            <a:chExt cx="3019425" cy="41984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72A546C-BE98-4F7A-9095-AB0CEA9454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482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9" b="1" dirty="0">
                  <a:solidFill>
                    <a:srgbClr val="C1A50E"/>
                  </a:solidFill>
                </a:rPr>
                <a:t>창조적이고 합리적인 인재를 육성하는</a:t>
              </a:r>
              <a:r>
                <a:rPr kumimoji="0" lang="en-US" altLang="ko-KR" sz="799" b="1" dirty="0">
                  <a:solidFill>
                    <a:srgbClr val="C1A50E"/>
                  </a:solidFill>
                </a:rPr>
                <a:t> </a:t>
              </a:r>
              <a:r>
                <a:rPr kumimoji="0" lang="ko-KR" altLang="en-US" sz="799" b="1" dirty="0">
                  <a:solidFill>
                    <a:srgbClr val="C1A50E"/>
                  </a:solidFill>
                </a:rPr>
                <a:t>최고의 교육 기업 </a:t>
              </a:r>
              <a:endParaRPr kumimoji="0" lang="en-US" altLang="ko-KR" sz="799" b="1" dirty="0">
                <a:solidFill>
                  <a:srgbClr val="C1A50E"/>
                </a:solidFill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57F06E0B-821B-4731-B598-F0C0A7131E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D4254D2-E81A-4546-9610-C668C836C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76"/>
            <a:ext cx="683542" cy="436563"/>
          </a:xfrm>
        </p:spPr>
        <p:txBody>
          <a:bodyPr/>
          <a:lstStyle>
            <a:lvl1pPr eaLnBrk="0" hangingPunct="0">
              <a:defRPr kumimoji="1">
                <a:solidFill>
                  <a:srgbClr val="C1A50E"/>
                </a:solidFill>
              </a:defRPr>
            </a:lvl1pPr>
          </a:lstStyle>
          <a:p>
            <a:fld id="{45F37FCA-7082-494B-8E10-3A2DA6681B5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541020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A1175071-BF10-489C-BD14-617632F989B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A1175071-BF10-489C-BD14-617632F989B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5">
            <a:extLst>
              <a:ext uri="{FF2B5EF4-FFF2-40B4-BE49-F238E27FC236}">
                <a16:creationId xmlns:a16="http://schemas.microsoft.com/office/drawing/2014/main" id="{E01117F7-3CCD-46F7-B3A6-175542D2A381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293" y="659765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7273043-B161-4587-8F22-7058021235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3" y="2303463"/>
            <a:ext cx="9694882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3073124" y="2618912"/>
            <a:ext cx="6536465" cy="765085"/>
          </a:xfrm>
          <a:prstGeom prst="rect">
            <a:avLst/>
          </a:prstGeom>
        </p:spPr>
        <p:txBody>
          <a:bodyPr anchor="ctr"/>
          <a:lstStyle>
            <a:lvl1pPr>
              <a:defRPr sz="2797" b="1">
                <a:ln>
                  <a:solidFill>
                    <a:srgbClr val="AD0407">
                      <a:alpha val="0"/>
                    </a:srgbClr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69071190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BE471518-C8F4-4150-87D8-AF214F395C1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BE471518-C8F4-4150-87D8-AF214F395C1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CAB7C777-70CC-4F93-846A-66C8E1FDE914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pic>
        <p:nvPicPr>
          <p:cNvPr id="6" name="그림 7">
            <a:extLst>
              <a:ext uri="{FF2B5EF4-FFF2-40B4-BE49-F238E27FC236}">
                <a16:creationId xmlns:a16="http://schemas.microsoft.com/office/drawing/2014/main" id="{AB393E81-FC61-470F-A190-9FF32BE9ADE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614"/>
          <a:stretch>
            <a:fillRect/>
          </a:stretch>
        </p:blipFill>
        <p:spPr bwMode="auto">
          <a:xfrm>
            <a:off x="0" y="5994400"/>
            <a:ext cx="97155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182">
            <a:extLst>
              <a:ext uri="{FF2B5EF4-FFF2-40B4-BE49-F238E27FC236}">
                <a16:creationId xmlns:a16="http://schemas.microsoft.com/office/drawing/2014/main" id="{2ED309D8-83EF-4372-B40D-102C3BFD7B3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8376" y="836614"/>
            <a:ext cx="9207998" cy="574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tIns="0" rIns="0" bIns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553"/>
              </a:spcAft>
              <a:defRPr/>
            </a:pPr>
            <a:endParaRPr lang="en-US" altLang="ko-KR" sz="1476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1418A5-993B-45E8-B0F2-0D890E41B0A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1860314" y="965200"/>
            <a:ext cx="9207999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9pPr>
          </a:lstStyle>
          <a:p>
            <a:pPr>
              <a:buSzPct val="90000"/>
              <a:defRPr/>
            </a:pPr>
            <a:endParaRPr lang="en-US" altLang="ko-KR" sz="3320" dirty="0">
              <a:solidFill>
                <a:srgbClr val="0062AC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9" name="슬라이드 번호 개체 틀 2">
            <a:extLst>
              <a:ext uri="{FF2B5EF4-FFF2-40B4-BE49-F238E27FC236}">
                <a16:creationId xmlns:a16="http://schemas.microsoft.com/office/drawing/2014/main" id="{CD0233B2-46F5-45B2-A359-AA8DD2BF100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01501" y="6494464"/>
            <a:ext cx="245504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fld id="{08BB98B3-6FBC-4F0D-9C7A-B707FE869253}" type="slidenum">
              <a:rPr kumimoji="0" lang="en-US" altLang="ko-KR" sz="999">
                <a:solidFill>
                  <a:srgbClr val="005CB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‹#›</a:t>
            </a:fld>
            <a:endParaRPr kumimoji="0" lang="en-US" altLang="ko-KR" sz="999" dirty="0">
              <a:solidFill>
                <a:srgbClr val="005CB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E1E623A-6E37-49F5-A908-1C23C56E753E}"/>
              </a:ext>
            </a:extLst>
          </p:cNvPr>
          <p:cNvSpPr/>
          <p:nvPr userDrawn="1"/>
        </p:nvSpPr>
        <p:spPr>
          <a:xfrm>
            <a:off x="264854" y="166688"/>
            <a:ext cx="130048" cy="550862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15597" indent="-228371" algn="ctr" fontAlgn="ctr">
              <a:buFont typeface="+mj-lt"/>
              <a:buAutoNum type="arabicPeriod"/>
              <a:defRPr/>
            </a:pPr>
            <a:endParaRPr lang="ko-KR" altLang="en-US" sz="1199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EA45A48-C306-4D9B-843C-69C8B2FEE800}"/>
              </a:ext>
            </a:extLst>
          </p:cNvPr>
          <p:cNvCxnSpPr>
            <a:cxnSpLocks/>
          </p:cNvCxnSpPr>
          <p:nvPr userDrawn="1"/>
        </p:nvCxnSpPr>
        <p:spPr>
          <a:xfrm>
            <a:off x="494815" y="717550"/>
            <a:ext cx="8941559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>
          <a:xfrm>
            <a:off x="494227" y="68805"/>
            <a:ext cx="6617576" cy="611187"/>
          </a:xfrm>
        </p:spPr>
        <p:txBody>
          <a:bodyPr anchor="ctr"/>
          <a:lstStyle>
            <a:lvl1pPr marL="0" indent="0" latinLnBrk="0">
              <a:spcBef>
                <a:spcPts val="0"/>
              </a:spcBef>
              <a:spcAft>
                <a:spcPts val="553"/>
              </a:spcAft>
              <a:buNone/>
              <a:defRPr lang="en-US" altLang="ko-KR" sz="1998" b="1" kern="0" baseline="0" dirty="0" smtClean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2"/>
          </p:nvPr>
        </p:nvSpPr>
        <p:spPr>
          <a:xfrm>
            <a:off x="6982069" y="307975"/>
            <a:ext cx="2455196" cy="412750"/>
          </a:xfrm>
        </p:spPr>
        <p:txBody>
          <a:bodyPr anchor="ctr"/>
          <a:lstStyle>
            <a:lvl1pPr marL="0" indent="0" algn="r" latinLnBrk="0">
              <a:buNone/>
              <a:defRPr sz="1291" b="1">
                <a:solidFill>
                  <a:srgbClr val="FFFFFF"/>
                </a:solidFill>
                <a:latin typeface="Georgia" pitchFamily="18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3535949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Rectangle 1" hidden="1">
            <a:extLst>
              <a:ext uri="{FF2B5EF4-FFF2-40B4-BE49-F238E27FC236}">
                <a16:creationId xmlns:a16="http://schemas.microsoft.com/office/drawing/2014/main" id="{BE58B298-1424-43A3-B1D4-5A895C3DBEF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5" name="Rectangle 1" hidden="1">
                        <a:extLst>
                          <a:ext uri="{FF2B5EF4-FFF2-40B4-BE49-F238E27FC236}">
                            <a16:creationId xmlns:a16="http://schemas.microsoft.com/office/drawing/2014/main" id="{BE58B298-1424-43A3-B1D4-5A895C3DBEF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4C03C5F8-092E-4C0F-B727-424DDD943F9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pic>
        <p:nvPicPr>
          <p:cNvPr id="8" name="그림 10">
            <a:extLst>
              <a:ext uri="{FF2B5EF4-FFF2-40B4-BE49-F238E27FC236}">
                <a16:creationId xmlns:a16="http://schemas.microsoft.com/office/drawing/2014/main" id="{684046C8-EF47-4F48-A2BC-17CC6A210EA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614"/>
          <a:stretch>
            <a:fillRect/>
          </a:stretch>
        </p:blipFill>
        <p:spPr bwMode="auto">
          <a:xfrm>
            <a:off x="0" y="5994400"/>
            <a:ext cx="97155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182">
            <a:extLst>
              <a:ext uri="{FF2B5EF4-FFF2-40B4-BE49-F238E27FC236}">
                <a16:creationId xmlns:a16="http://schemas.microsoft.com/office/drawing/2014/main" id="{96AF9D29-7A6C-437C-B16B-30996E41F66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8376" y="836614"/>
            <a:ext cx="9207998" cy="574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tIns="0" rIns="0" bIns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553"/>
              </a:spcAft>
              <a:defRPr/>
            </a:pPr>
            <a:endParaRPr lang="en-US" altLang="ko-KR" sz="1476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C9BA5B60-28CA-4A01-816E-D2705A2869D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28376" y="204788"/>
            <a:ext cx="9207998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9pPr>
          </a:lstStyle>
          <a:p>
            <a:pPr>
              <a:buSzPct val="90000"/>
              <a:defRPr/>
            </a:pPr>
            <a:endParaRPr lang="en-US" altLang="ko-KR" sz="3320" dirty="0">
              <a:solidFill>
                <a:srgbClr val="0062AC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2" name="슬라이드 번호 개체 틀 2">
            <a:extLst>
              <a:ext uri="{FF2B5EF4-FFF2-40B4-BE49-F238E27FC236}">
                <a16:creationId xmlns:a16="http://schemas.microsoft.com/office/drawing/2014/main" id="{A186406B-C963-42C2-B22F-35726DEC7AE3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01501" y="6494464"/>
            <a:ext cx="245504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fld id="{DFB61B06-5484-4E67-AEAB-6D7925481E4E}" type="slidenum">
              <a:rPr kumimoji="0" lang="en-US" altLang="ko-KR" sz="999">
                <a:solidFill>
                  <a:srgbClr val="005CB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‹#›</a:t>
            </a:fld>
            <a:endParaRPr kumimoji="0" lang="en-US" altLang="ko-KR" sz="999" dirty="0">
              <a:solidFill>
                <a:srgbClr val="005CB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A4A5F92-AE13-41D3-BD1D-7EACD67196EA}"/>
              </a:ext>
            </a:extLst>
          </p:cNvPr>
          <p:cNvSpPr/>
          <p:nvPr userDrawn="1"/>
        </p:nvSpPr>
        <p:spPr>
          <a:xfrm>
            <a:off x="264854" y="166688"/>
            <a:ext cx="130048" cy="550862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15597" indent="-228371" algn="ctr" fontAlgn="ctr">
              <a:buFont typeface="+mj-lt"/>
              <a:buAutoNum type="arabicPeriod"/>
              <a:defRPr/>
            </a:pPr>
            <a:endParaRPr lang="ko-KR" altLang="en-US" sz="1199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4ACA145-2AB2-4C9F-AD04-C10013174C15}"/>
              </a:ext>
            </a:extLst>
          </p:cNvPr>
          <p:cNvCxnSpPr>
            <a:cxnSpLocks/>
          </p:cNvCxnSpPr>
          <p:nvPr userDrawn="1"/>
        </p:nvCxnSpPr>
        <p:spPr>
          <a:xfrm>
            <a:off x="494815" y="715963"/>
            <a:ext cx="8941559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텍스트 개체 틀 6"/>
          <p:cNvSpPr>
            <a:spLocks noGrp="1"/>
          </p:cNvSpPr>
          <p:nvPr>
            <p:ph type="body" sz="quarter" idx="10"/>
          </p:nvPr>
        </p:nvSpPr>
        <p:spPr>
          <a:xfrm>
            <a:off x="229467" y="874246"/>
            <a:ext cx="9207798" cy="574675"/>
          </a:xfrm>
        </p:spPr>
        <p:txBody>
          <a:bodyPr/>
          <a:lstStyle>
            <a:lvl1pPr marL="0" indent="0" latinLnBrk="0">
              <a:spcBef>
                <a:spcPts val="0"/>
              </a:spcBef>
              <a:spcAft>
                <a:spcPts val="553"/>
              </a:spcAft>
              <a:buNone/>
              <a:defRPr sz="1476" b="1">
                <a:latin typeface="Georgia" pitchFamily="18" charset="0"/>
                <a:ea typeface="맑은 고딕" panose="020B0503020000020004" pitchFamily="50" charset="-127"/>
              </a:defRPr>
            </a:lvl1pPr>
            <a:lvl2pPr>
              <a:defRPr sz="1476" b="1">
                <a:latin typeface="맑은 고딕" pitchFamily="50" charset="-127"/>
                <a:ea typeface="맑은 고딕" pitchFamily="50" charset="-127"/>
              </a:defRPr>
            </a:lvl2pPr>
            <a:lvl3pPr>
              <a:defRPr sz="1476" b="1">
                <a:latin typeface="맑은 고딕" pitchFamily="50" charset="-127"/>
                <a:ea typeface="맑은 고딕" pitchFamily="50" charset="-127"/>
              </a:defRPr>
            </a:lvl3pPr>
            <a:lvl4pPr>
              <a:defRPr sz="1476" b="1">
                <a:latin typeface="맑은 고딕" pitchFamily="50" charset="-127"/>
                <a:ea typeface="맑은 고딕" pitchFamily="50" charset="-127"/>
              </a:defRPr>
            </a:lvl4pPr>
            <a:lvl5pPr>
              <a:defRPr sz="1476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>
                <a:sym typeface="Arial"/>
              </a:rPr>
              <a:t>마스터 텍스트 스타일을 편집합니다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>
          <a:xfrm>
            <a:off x="644543" y="109540"/>
            <a:ext cx="6617576" cy="611187"/>
          </a:xfrm>
        </p:spPr>
        <p:txBody>
          <a:bodyPr anchor="ctr"/>
          <a:lstStyle>
            <a:lvl1pPr marL="0" indent="0" latinLnBrk="0">
              <a:spcBef>
                <a:spcPts val="0"/>
              </a:spcBef>
              <a:spcAft>
                <a:spcPts val="553"/>
              </a:spcAft>
              <a:buNone/>
              <a:defRPr lang="en-US" altLang="ko-KR" sz="2213" b="1" kern="0" baseline="0" dirty="0" smtClean="0">
                <a:solidFill>
                  <a:srgbClr val="FFFFFF"/>
                </a:solidFill>
                <a:latin typeface="Georgia" pitchFamily="18" charset="0"/>
                <a:ea typeface="HY견고딕" pitchFamily="18" charset="-127"/>
                <a:cs typeface="+mj-cs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2"/>
          </p:nvPr>
        </p:nvSpPr>
        <p:spPr>
          <a:xfrm>
            <a:off x="6982069" y="307975"/>
            <a:ext cx="2455196" cy="412750"/>
          </a:xfrm>
        </p:spPr>
        <p:txBody>
          <a:bodyPr anchor="ctr"/>
          <a:lstStyle>
            <a:lvl1pPr marL="0" indent="0" algn="r" latinLnBrk="0">
              <a:buNone/>
              <a:defRPr sz="1291" b="1">
                <a:solidFill>
                  <a:srgbClr val="FFFFFF"/>
                </a:solidFill>
                <a:latin typeface="Georgia" pitchFamily="18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47036382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B9DEE602-546D-4EA2-987C-8876EC42834F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1CC6BC53-5807-489E-A288-C50614C0A77D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9" b="1" err="1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9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538CBD1-09CD-4262-8747-B112EC8AB0E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A72A779D-3E80-4D6C-9408-AA97401859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6866765D-AD14-4362-911C-4315D2A8BD3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EF1F1FE9-1DE7-4B9C-B0CA-99FD5E1AD99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10CBE228-0EE0-4FF0-ABA0-CABB9F45C4F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96D3135-727B-4FC3-924D-4F5EF55F3D5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CA461F89-7D3A-4F5D-84FA-A9E62CBEF2C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FEADDCCB-8F97-4085-8C61-5E0D6942A46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5C4D222D-0D11-46D5-BD61-3F0842DF7F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4ABDDA44-C92E-4E0B-903B-B121BB8BF05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489AEE90-B728-493C-9ED2-F18A66ED776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C9F8AB68-4336-424D-AD7C-C350FFD7E68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EEAC7785-578F-4121-AE27-9F57811994A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C22FBFAE-8D83-423A-897F-8DC9A8C71D9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22A812B5-3C90-4F54-B500-8EA406B7BD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71A5A8E1-4C26-4506-A8D1-47F10905DE0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A981C079-93CE-4E6A-9A1B-23A8C1741D9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90F2C942-1BC2-43F5-A5C5-4FD00D33A6C2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62DB72CF-7963-4C4F-875E-B925D20120FA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62DB72CF-7963-4C4F-875E-B925D20120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8"/>
            <a:ext cx="5036360" cy="21050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73057580"/>
      </p:ext>
    </p:extLst>
  </p:cSld>
  <p:clrMapOvr>
    <a:masterClrMapping/>
  </p:clrMapOvr>
  <p:transition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BEF7C9E4-EBC1-4BDC-9F83-E30AC96C97F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BEF7C9E4-EBC1-4BDC-9F83-E30AC96C97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6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8CF410C7-D4A3-4BC6-B415-5FA2138C5666}"/>
              </a:ext>
            </a:extLst>
          </p:cNvPr>
          <p:cNvSpPr txBox="1"/>
          <p:nvPr userDrawn="1"/>
        </p:nvSpPr>
        <p:spPr>
          <a:xfrm>
            <a:off x="7015163" y="6597650"/>
            <a:ext cx="2460626" cy="135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957262">
              <a:lnSpc>
                <a:spcPts val="1100"/>
              </a:lnSpc>
              <a:defRPr sz="800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r>
              <a:t>© 2018 B2L Soft All Right Reserved</a:t>
            </a:r>
          </a:p>
        </p:txBody>
      </p:sp>
      <p:sp>
        <p:nvSpPr>
          <p:cNvPr id="19" name="슬라이드 번호">
            <a:extLst>
              <a:ext uri="{FF2B5EF4-FFF2-40B4-BE49-F238E27FC236}">
                <a16:creationId xmlns:a16="http://schemas.microsoft.com/office/drawing/2014/main" id="{25201953-9EE0-4458-B64C-2E625C11794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3963" cy="14096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7262">
              <a:lnSpc>
                <a:spcPts val="1100"/>
              </a:lnSpc>
              <a:defRPr sz="1000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619676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FAC66320-93E4-4FC9-9FDB-74DD7D885AE0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FAC66320-93E4-4FC9-9FDB-74DD7D885A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6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879283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간지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25F8C16D-2182-4539-BCD8-D2B71FB7EB5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25F8C16D-2182-4539-BCD8-D2B71FB7EB5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DE23B835-B5A0-44A5-868B-30633A71B25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85781" y="694561"/>
            <a:ext cx="8743950" cy="566936"/>
          </a:xfrm>
        </p:spPr>
        <p:txBody>
          <a:bodyPr>
            <a:noAutofit/>
          </a:bodyPr>
          <a:lstStyle>
            <a:lvl1pPr algn="l">
              <a:defRPr sz="2398" b="1" i="1">
                <a:solidFill>
                  <a:srgbClr val="0070C0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7399951" y="1903184"/>
            <a:ext cx="1730618" cy="4248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1868" i="1">
                <a:solidFill>
                  <a:srgbClr val="0070C0"/>
                </a:solidFill>
                <a:latin typeface="맑은 고딕" panose="020B0503020000020004" pitchFamily="50" charset="-127"/>
              </a:defRPr>
            </a:lvl1pPr>
            <a:lvl2pPr>
              <a:buNone/>
              <a:defRPr sz="4396"/>
            </a:lvl2pPr>
            <a:lvl3pPr>
              <a:buNone/>
              <a:defRPr sz="4396"/>
            </a:lvl3pPr>
            <a:lvl4pPr>
              <a:buNone/>
              <a:defRPr sz="4396"/>
            </a:lvl4pPr>
            <a:lvl5pPr>
              <a:buNone/>
              <a:defRPr sz="4396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342366097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59B3B39D-6FA5-4EB2-BD21-290F3451BFC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59B3B39D-6FA5-4EB2-BD21-290F3451BF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A1403AF5-D139-4755-8704-8EFC991DBD3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5C1E57DC-906A-48EC-A5AA-74BDE3B7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10CEB0FA-7FD7-41E6-AFF3-0F14F892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71A1DF0-7326-4C65-9118-8419688A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14EFD39E-2286-4F29-88CB-2A5292721D22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8955373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848C425-3937-4CEA-911E-E77BCF7127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848C425-3937-4CEA-911E-E77BCF7127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9BDF1A07-2949-4698-8C37-F3905428F1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F35A11CD-D4D8-4028-BAC4-7310FFD4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7567157B-310B-457C-A1E7-FEA9FD7E9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8EFB9CD9-1998-42ED-9D06-CD60FEC3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B4F4BD5F-7E9C-46E9-A755-0001D64929CF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97355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98E9940B-4F36-4FCD-B0A3-A5F80111C9A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98E9940B-4F36-4FCD-B0A3-A5F80111C9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697CC40F-AD92-4C31-970F-6BABC5718C6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8" i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차트를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5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867558857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569F759E-4FC9-49E0-A5F9-BAFD8C8E6BA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569F759E-4FC9-49E0-A5F9-BAFD8C8E6B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2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7"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표를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6" name="슬라이드 번호">
            <a:extLst>
              <a:ext uri="{FF2B5EF4-FFF2-40B4-BE49-F238E27FC236}">
                <a16:creationId xmlns:a16="http://schemas.microsoft.com/office/drawing/2014/main" id="{D449EC90-910B-4FC0-94BC-8E5C643ED68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3963" cy="14096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7262">
              <a:lnSpc>
                <a:spcPts val="1100"/>
              </a:lnSpc>
              <a:defRPr sz="1000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CD68F1F7-F0C8-4D31-A2B8-BDF13677FBBD}"/>
              </a:ext>
            </a:extLst>
          </p:cNvPr>
          <p:cNvSpPr txBox="1"/>
          <p:nvPr userDrawn="1"/>
        </p:nvSpPr>
        <p:spPr>
          <a:xfrm>
            <a:off x="7015163" y="6597650"/>
            <a:ext cx="2460626" cy="135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957262">
              <a:lnSpc>
                <a:spcPts val="1100"/>
              </a:lnSpc>
              <a:defRPr sz="800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r>
              <a:t>© 2018 B2L Soft All Right Reserved</a:t>
            </a:r>
          </a:p>
        </p:txBody>
      </p:sp>
    </p:spTree>
    <p:extLst>
      <p:ext uri="{BB962C8B-B14F-4D97-AF65-F5344CB8AC3E}">
        <p14:creationId xmlns:p14="http://schemas.microsoft.com/office/powerpoint/2010/main" val="1672599500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3BDA2930-F352-4BBC-B5AE-564B0243E8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3BDA2930-F352-4BBC-B5AE-564B0243E80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그룹 9">
            <a:extLst>
              <a:ext uri="{FF2B5EF4-FFF2-40B4-BE49-F238E27FC236}">
                <a16:creationId xmlns:a16="http://schemas.microsoft.com/office/drawing/2014/main" id="{7D92C61B-5476-4EDC-BA67-214EDE45A41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23827"/>
            <a:chOff x="6124575" y="71414"/>
            <a:chExt cx="3019425" cy="42414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0F250AF-EB4C-4141-AD16-2FAFC4042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5256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창조적이고 합리적인 인재를 육성하는</a:t>
              </a:r>
              <a:r>
                <a:rPr kumimoji="0" lang="en-US" altLang="ko-KR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kumimoji="0" lang="ko-KR" altLang="en-US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최고의 교육 기업 </a:t>
              </a:r>
              <a:endParaRPr kumimoji="0" lang="en-US" altLang="ko-KR" sz="799" b="1">
                <a:solidFill>
                  <a:srgbClr val="C1A50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8227756-5CEA-4246-B827-068410B6D7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슬라이드 번호">
            <a:extLst>
              <a:ext uri="{FF2B5EF4-FFF2-40B4-BE49-F238E27FC236}">
                <a16:creationId xmlns:a16="http://schemas.microsoft.com/office/drawing/2014/main" id="{2AEEA84E-98C7-4BF8-9F6A-A68DE4904AAA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3963" cy="14096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7262">
              <a:lnSpc>
                <a:spcPts val="1100"/>
              </a:lnSpc>
              <a:defRPr sz="1000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16450907-A496-4D5D-A770-A8DD69B4533B}"/>
              </a:ext>
            </a:extLst>
          </p:cNvPr>
          <p:cNvSpPr txBox="1"/>
          <p:nvPr userDrawn="1"/>
        </p:nvSpPr>
        <p:spPr>
          <a:xfrm>
            <a:off x="7015163" y="6597650"/>
            <a:ext cx="2460626" cy="135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957262">
              <a:lnSpc>
                <a:spcPts val="1100"/>
              </a:lnSpc>
              <a:defRPr sz="800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r>
              <a:t>© 2018 B2L Soft All Right Reserved</a:t>
            </a:r>
          </a:p>
        </p:txBody>
      </p:sp>
    </p:spTree>
    <p:extLst>
      <p:ext uri="{BB962C8B-B14F-4D97-AF65-F5344CB8AC3E}">
        <p14:creationId xmlns:p14="http://schemas.microsoft.com/office/powerpoint/2010/main" val="23910425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44369A91-618A-43BE-BBE5-2012E230BD2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44369A91-618A-43BE-BBE5-2012E230BD2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2">
            <a:extLst>
              <a:ext uri="{FF2B5EF4-FFF2-40B4-BE49-F238E27FC236}">
                <a16:creationId xmlns:a16="http://schemas.microsoft.com/office/drawing/2014/main" id="{58A6A12F-6647-4098-A342-DBF4181BE2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3" y="2303463"/>
            <a:ext cx="9694882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3073124" y="2618912"/>
            <a:ext cx="6536465" cy="765085"/>
          </a:xfrm>
          <a:prstGeom prst="rect">
            <a:avLst/>
          </a:prstGeom>
        </p:spPr>
        <p:txBody>
          <a:bodyPr anchor="ctr"/>
          <a:lstStyle>
            <a:lvl1pPr>
              <a:defRPr sz="2797" b="1">
                <a:ln>
                  <a:solidFill>
                    <a:srgbClr val="AD0407">
                      <a:alpha val="0"/>
                    </a:srgbClr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슬라이드 번호">
            <a:extLst>
              <a:ext uri="{FF2B5EF4-FFF2-40B4-BE49-F238E27FC236}">
                <a16:creationId xmlns:a16="http://schemas.microsoft.com/office/drawing/2014/main" id="{D09A3BB2-4BEE-4AA3-83B2-9BDF4E2BECA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3963" cy="14096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7262">
              <a:lnSpc>
                <a:spcPts val="1100"/>
              </a:lnSpc>
              <a:defRPr sz="1000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15E1D93-A14D-4F64-98AB-1EC0339C77A4}"/>
              </a:ext>
            </a:extLst>
          </p:cNvPr>
          <p:cNvSpPr txBox="1"/>
          <p:nvPr userDrawn="1"/>
        </p:nvSpPr>
        <p:spPr>
          <a:xfrm>
            <a:off x="7015163" y="6597650"/>
            <a:ext cx="2460626" cy="135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957262">
              <a:lnSpc>
                <a:spcPts val="1100"/>
              </a:lnSpc>
              <a:defRPr sz="800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r>
              <a:t>© 2018 B2L Soft All Right Reserved</a:t>
            </a:r>
          </a:p>
        </p:txBody>
      </p:sp>
    </p:spTree>
    <p:extLst>
      <p:ext uri="{BB962C8B-B14F-4D97-AF65-F5344CB8AC3E}">
        <p14:creationId xmlns:p14="http://schemas.microsoft.com/office/powerpoint/2010/main" val="1925486375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5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" name="슬라이드 번호">
            <a:extLst>
              <a:ext uri="{FF2B5EF4-FFF2-40B4-BE49-F238E27FC236}">
                <a16:creationId xmlns:a16="http://schemas.microsoft.com/office/drawing/2014/main" id="{638F4FF5-33D9-4DE2-B962-67CACB9C3D0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3963" cy="14096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7262">
              <a:lnSpc>
                <a:spcPts val="1100"/>
              </a:lnSpc>
              <a:defRPr sz="1000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753319"/>
      </p:ext>
    </p:extLst>
  </p:cSld>
  <p:clrMapOvr>
    <a:masterClrMapping/>
  </p:clrMapOvr>
  <p:transition spd="med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B9DEE602-546D-4EA2-987C-8876EC42834F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6" y="2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1CC6BC53-5807-489E-A288-C50614C0A77D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7" b="1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7" b="1" dirty="0" err="1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7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538CBD1-09CD-4262-8747-B112EC8AB0E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A72A779D-3E80-4D6C-9408-AA97401859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7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6866765D-AD14-4362-911C-4315D2A8BD3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EF1F1FE9-1DE7-4B9C-B0CA-99FD5E1AD99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10CBE228-0EE0-4FF0-ABA0-CABB9F45C4F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7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96D3135-727B-4FC3-924D-4F5EF55F3D5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CA461F89-7D3A-4F5D-84FA-A9E62CBEF2C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FEADDCCB-8F97-4085-8C61-5E0D6942A46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7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5C4D222D-0D11-46D5-BD61-3F0842DF7F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4ABDDA44-C92E-4E0B-903B-B121BB8BF05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489AEE90-B728-493C-9ED2-F18A66ED776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7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C9F8AB68-4336-424D-AD7C-C350FFD7E68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EEAC7785-578F-4121-AE27-9F57811994A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C22FBFAE-8D83-423A-897F-8DC9A8C71D9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7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22A812B5-3C90-4F54-B500-8EA406B7BD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71A5A8E1-4C26-4506-A8D1-47F10905DE0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A981C079-93CE-4E6A-9A1B-23A8C1741D9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7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90F2C942-1BC2-43F5-A5C5-4FD00D33A6C2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62DB72CF-7963-4C4F-875E-B925D20120FA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62DB72CF-7963-4C4F-875E-B925D20120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22"/>
            <a:ext cx="5036360" cy="21050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5127" rtl="0" eaLnBrk="0" fontAlgn="base" latinLnBrk="0" hangingPunct="0">
              <a:lnSpc>
                <a:spcPts val="2791"/>
              </a:lnSpc>
              <a:spcBef>
                <a:spcPct val="0"/>
              </a:spcBef>
              <a:spcAft>
                <a:spcPct val="0"/>
              </a:spcAft>
              <a:tabLst/>
              <a:defRPr sz="2791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45598795"/>
      </p:ext>
    </p:extLst>
  </p:cSld>
  <p:clrMapOvr>
    <a:masterClrMapping/>
  </p:clrMapOvr>
  <p:transition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BEF7C9E4-EBC1-4BDC-9F83-E30AC96C97F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BEF7C9E4-EBC1-4BDC-9F83-E30AC96C97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6D461EDB-9046-47CA-8126-F5EB3E551F60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3" y="6554793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2"/>
              </a:lnSpc>
              <a:defRPr/>
            </a:pPr>
            <a:r>
              <a:rPr kumimoji="0" lang="en-US" altLang="ko-KR" sz="797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9B9C3C32-8A99-4B51-B6B6-71B3A53D34AB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43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2"/>
              </a:lnSpc>
              <a:defRPr/>
            </a:pPr>
            <a:fld id="{C66D12F5-D9AC-4029-BE71-C34368C04B11}" type="slidenum">
              <a:rPr kumimoji="0" lang="en-US" altLang="ko-KR" sz="997" b="1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pPr eaLnBrk="1" hangingPunct="1">
                <a:lnSpc>
                  <a:spcPts val="1122"/>
                </a:lnSpc>
                <a:defRPr/>
              </a:pPr>
              <a:t>‹#›</a:t>
            </a:fld>
            <a:endParaRPr kumimoji="0" lang="en-US" altLang="ko-KR" sz="997" b="1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30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6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1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463341C-BE62-4207-9962-4CFFA4FE28DC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DB2B1-C92A-4DF4-B0F7-DFF100079366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AE72A04-271B-4788-AC42-248FC6408514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1531746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FAC66320-93E4-4FC9-9FDB-74DD7D885AE0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FAC66320-93E4-4FC9-9FDB-74DD7D885A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8" y="2618107"/>
            <a:ext cx="6595477" cy="1278000"/>
          </a:xfrm>
        </p:spPr>
        <p:txBody>
          <a:bodyPr/>
          <a:lstStyle>
            <a:lvl1pPr>
              <a:lnSpc>
                <a:spcPts val="4873"/>
              </a:lnSpc>
              <a:defRPr sz="5185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67692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간지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25F8C16D-2182-4539-BCD8-D2B71FB7EB5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25F8C16D-2182-4539-BCD8-D2B71FB7EB5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DE23B835-B5A0-44A5-868B-30633A71B25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93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2"/>
              </a:lnSpc>
              <a:defRPr/>
            </a:pPr>
            <a:r>
              <a:rPr kumimoji="0" lang="en-US" altLang="ko-KR" sz="797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85781" y="694561"/>
            <a:ext cx="8743950" cy="566936"/>
          </a:xfrm>
        </p:spPr>
        <p:txBody>
          <a:bodyPr>
            <a:noAutofit/>
          </a:bodyPr>
          <a:lstStyle>
            <a:lvl1pPr algn="l">
              <a:defRPr sz="2394" b="1" i="1">
                <a:solidFill>
                  <a:srgbClr val="0070C0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7399953" y="1903184"/>
            <a:ext cx="1730618" cy="4248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1804" i="1">
                <a:solidFill>
                  <a:srgbClr val="0070C0"/>
                </a:solidFill>
                <a:latin typeface="맑은 고딕" panose="020B0503020000020004" pitchFamily="50" charset="-127"/>
              </a:defRPr>
            </a:lvl1pPr>
            <a:lvl2pPr>
              <a:buNone/>
              <a:defRPr sz="4388"/>
            </a:lvl2pPr>
            <a:lvl3pPr>
              <a:buNone/>
              <a:defRPr sz="4388"/>
            </a:lvl3pPr>
            <a:lvl4pPr>
              <a:buNone/>
              <a:defRPr sz="4388"/>
            </a:lvl4pPr>
            <a:lvl5pPr>
              <a:buNone/>
              <a:defRPr sz="4388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395846223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59B3B39D-6FA5-4EB2-BD21-290F3451BFC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59B3B39D-6FA5-4EB2-BD21-290F3451BF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A1403AF5-D139-4755-8704-8EFC991DBD3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3" y="6554793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2"/>
              </a:lnSpc>
              <a:defRPr/>
            </a:pPr>
            <a:r>
              <a:rPr kumimoji="0" lang="en-US" altLang="ko-KR" sz="797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6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5C1E57DC-906A-48EC-A5AA-74BDE3B7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5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05E2C6B-D0F9-40C2-8DD4-900F09A0DCEE}" type="datetime1">
              <a:rPr lang="ko-KR" altLang="en-US" smtClean="0"/>
              <a:pPr>
                <a:defRPr/>
              </a:pPr>
              <a:t>2026-08-12</a:t>
            </a:fld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10CEB0FA-7FD7-41E6-AFF3-0F14F892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43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71A1DF0-7326-4C65-9118-8419688A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7" y="6357943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14EFD39E-2286-4F29-88CB-2A5292721D22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5178442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848C425-3937-4CEA-911E-E77BCF7127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848C425-3937-4CEA-911E-E77BCF7127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9BDF1A07-2949-4698-8C37-F3905428F1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3" y="6554793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2"/>
              </a:lnSpc>
              <a:defRPr/>
            </a:pPr>
            <a:r>
              <a:rPr kumimoji="0" lang="en-US" altLang="ko-KR" sz="797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6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F35A11CD-D4D8-4028-BAC4-7310FFD4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5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81180BB-2371-4C1E-A22B-F8EBB0278AE3}" type="datetime1">
              <a:rPr lang="ko-KR" altLang="en-US" smtClean="0"/>
              <a:pPr>
                <a:defRPr/>
              </a:pPr>
              <a:t>2026-08-12</a:t>
            </a:fld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7567157B-310B-457C-A1E7-FEA9FD7E9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43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8EFB9CD9-1998-42ED-9D06-CD60FEC3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7" y="6357943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B4F4BD5F-7E9C-46E9-A755-0001D64929CF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2827065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98E9940B-4F36-4FCD-B0A3-A5F80111C9A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98E9940B-4F36-4FCD-B0A3-A5F80111C9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697CC40F-AD92-4C31-970F-6BABC5718C6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3" y="6554793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2"/>
              </a:lnSpc>
              <a:defRPr/>
            </a:pPr>
            <a:r>
              <a:rPr kumimoji="0" lang="en-US" altLang="ko-KR" sz="797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4" i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차트를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7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7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4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4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10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4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693863404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569F759E-4FC9-49E0-A5F9-BAFD8C8E6BA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569F759E-4FC9-49E0-A5F9-BAFD8C8E6B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7EC98A98-2B5B-4497-8422-C35D4AC79C3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3" y="6554793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2"/>
              </a:lnSpc>
              <a:defRPr/>
            </a:pPr>
            <a:r>
              <a:rPr kumimoji="0" lang="en-US" altLang="ko-KR" sz="797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EC4C4149-1900-4F05-AD86-AE785157D4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205" tIns="34104" rIns="68205" bIns="34104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>
              <a:defRPr/>
            </a:pPr>
            <a:fld id="{8B60DA43-F9AB-4E2E-AC42-E5B3395031C0}" type="slidenum">
              <a:rPr lang="en-US" altLang="en-US" sz="1397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>
                <a:defRPr/>
              </a:pPr>
              <a:t>‹#›</a:t>
            </a:fld>
            <a:endParaRPr lang="en-US" altLang="en-US" sz="1397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7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7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4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4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6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1"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표를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7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7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10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4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9279567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3BDA2930-F352-4BBC-B5AE-564B0243E8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3BDA2930-F352-4BBC-B5AE-564B0243E80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8DD5B32A-DC7E-406D-B104-6D702253D58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3" y="6554793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2"/>
              </a:lnSpc>
              <a:defRPr/>
            </a:pPr>
            <a:r>
              <a:rPr kumimoji="0" lang="en-US" altLang="ko-KR" sz="797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grpSp>
        <p:nvGrpSpPr>
          <p:cNvPr id="4" name="그룹 9">
            <a:extLst>
              <a:ext uri="{FF2B5EF4-FFF2-40B4-BE49-F238E27FC236}">
                <a16:creationId xmlns:a16="http://schemas.microsoft.com/office/drawing/2014/main" id="{7D92C61B-5476-4EDC-BA67-214EDE45A41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24468"/>
            <a:chOff x="6124575" y="71414"/>
            <a:chExt cx="3019425" cy="42479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0F250AF-EB4C-4141-AD16-2FAFC4042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5321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7" b="1" dirty="0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창조적이고 합리적인 인재를 육성하는</a:t>
              </a:r>
              <a:r>
                <a:rPr kumimoji="0" lang="en-US" altLang="ko-KR" sz="797" b="1" dirty="0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kumimoji="0" lang="ko-KR" altLang="en-US" sz="797" b="1" dirty="0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최고의 교육 기업 </a:t>
              </a:r>
              <a:endParaRPr kumimoji="0" lang="en-US" altLang="ko-KR" sz="797" b="1" dirty="0">
                <a:solidFill>
                  <a:srgbClr val="C1A50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8227756-5CEA-4246-B827-068410B6D7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3A77487-0A21-423D-A0E4-7DEE824A9E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80"/>
            <a:ext cx="683542" cy="436563"/>
          </a:xfrm>
        </p:spPr>
        <p:txBody>
          <a:bodyPr/>
          <a:lstStyle>
            <a:lvl1pPr eaLnBrk="0" hangingPunct="0">
              <a:defRPr kumimoji="1">
                <a:solidFill>
                  <a:srgbClr val="C1A50E"/>
                </a:solidFill>
              </a:defRPr>
            </a:lvl1pPr>
          </a:lstStyle>
          <a:p>
            <a:pPr>
              <a:defRPr/>
            </a:pPr>
            <a:fld id="{5AA48EAB-008A-4E88-AD9F-517483CE72EA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7868149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44369A91-618A-43BE-BBE5-2012E230BD2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44369A91-618A-43BE-BBE5-2012E230BD2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5">
            <a:extLst>
              <a:ext uri="{FF2B5EF4-FFF2-40B4-BE49-F238E27FC236}">
                <a16:creationId xmlns:a16="http://schemas.microsoft.com/office/drawing/2014/main" id="{E70B53CD-A13B-46FF-B1AA-1DBF4C0A290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295" y="6597655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2"/>
              </a:lnSpc>
              <a:defRPr/>
            </a:pPr>
            <a:r>
              <a:rPr kumimoji="0" lang="en-US" altLang="ko-KR" sz="797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8A6A12F-6647-4098-A342-DBF4181BE2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5" y="2303463"/>
            <a:ext cx="9694882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3073126" y="2618916"/>
            <a:ext cx="6536465" cy="765085"/>
          </a:xfrm>
          <a:prstGeom prst="rect">
            <a:avLst/>
          </a:prstGeom>
        </p:spPr>
        <p:txBody>
          <a:bodyPr anchor="ctr"/>
          <a:lstStyle>
            <a:lvl1pPr>
              <a:defRPr sz="2791" b="1">
                <a:ln>
                  <a:solidFill>
                    <a:srgbClr val="AD0407">
                      <a:alpha val="0"/>
                    </a:srgbClr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458138706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3CD3C091-B984-4C8D-B896-AB4E29E1E891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30693" y="1"/>
            <a:ext cx="1016590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79031C74-8E3C-4D72-8781-AD09624A6620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 dirty="0">
                  <a:solidFill>
                    <a:srgbClr val="002776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9" b="1" dirty="0" err="1">
                  <a:solidFill>
                    <a:srgbClr val="002776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9" b="1" dirty="0">
                <a:solidFill>
                  <a:srgbClr val="002776"/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FED14DDB-59FE-49AB-9045-2F835BA5180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180996"/>
              <a:ext cx="463765" cy="585856"/>
              <a:chOff x="12661423" y="-1313976"/>
              <a:chExt cx="463765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05F48645-CEA0-4585-BDF1-13833430D3E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1423" y="-1313976"/>
                <a:ext cx="463765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89404948-4E5E-46CC-9551-1D455B1C0E2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059" y="-1252056"/>
                <a:ext cx="337724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4D5F58B9-8CD7-4091-B478-9B36C1377FC4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1414628"/>
              <a:ext cx="463765" cy="584268"/>
              <a:chOff x="12661423" y="59430"/>
              <a:chExt cx="463765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287F07A3-46F7-4D24-9A03-BEE8275BF61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1423" y="59430"/>
                <a:ext cx="463765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A85050FC-7026-43AE-A112-C5E1E721A6C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9596" y="110236"/>
                <a:ext cx="35226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CC4174C2-8FBA-4CCD-9F44-0F2A841BB44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2030650"/>
              <a:ext cx="463765" cy="584268"/>
              <a:chOff x="12661423" y="853322"/>
              <a:chExt cx="463765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B3882F9C-B4F8-43AC-ADA8-DE291D978D13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1423" y="853322"/>
                <a:ext cx="463765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99192B82-8B28-49DA-B7E5-D56CC5799B9A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9596" y="915241"/>
                <a:ext cx="35226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70B49C13-2034-4CCB-B1B1-7555574826D4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2646672"/>
              <a:ext cx="463765" cy="585855"/>
              <a:chOff x="12661423" y="1513377"/>
              <a:chExt cx="463765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44CC99A1-B0BB-4118-A53A-E829097886AD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1423" y="1513377"/>
                <a:ext cx="463765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86C94C68-548D-42F7-A447-D2873226B47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9596" y="1575296"/>
                <a:ext cx="35226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23941A41-47BA-4B02-BADA-F36D28852D8F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3262694"/>
              <a:ext cx="463765" cy="585855"/>
              <a:chOff x="12661423" y="2333768"/>
              <a:chExt cx="463765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113CD248-ACFA-42AE-BA0A-D10DF999F4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1423" y="2333768"/>
                <a:ext cx="463765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D17D5178-AE82-4A64-9B16-A37B24FABB2C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9596" y="2395687"/>
                <a:ext cx="35226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120D7882-679C-47E5-9E8F-FFA36206A327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798606"/>
              <a:ext cx="463765" cy="584268"/>
              <a:chOff x="12661423" y="-640070"/>
              <a:chExt cx="463765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15096D3D-06AA-4407-AE51-751D06B69F3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1423" y="-640070"/>
                <a:ext cx="463765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A74FEC9D-9274-45E1-8102-B74DAAEA4B8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9596" y="-578151"/>
                <a:ext cx="35226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F3F1BE37-BFC3-49F5-AFE7-8ABD872D77A8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F3F1BE37-BFC3-49F5-AFE7-8ABD872D77A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7"/>
            <a:ext cx="5036360" cy="2282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57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232040436"/>
      </p:ext>
    </p:extLst>
  </p:cSld>
  <p:clrMapOvr>
    <a:masterClrMapping/>
  </p:clrMapOvr>
  <p:transition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1B3FA5F3-2FE2-4153-B74C-8CAC4F8161C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1B3FA5F3-2FE2-4153-B74C-8CAC4F8161C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686" y="300062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3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6F2C9229-A62B-4C92-8F2C-8E4FD540AF13}"/>
              </a:ext>
            </a:extLst>
          </p:cNvPr>
          <p:cNvSpPr txBox="1"/>
          <p:nvPr userDrawn="1"/>
        </p:nvSpPr>
        <p:spPr>
          <a:xfrm>
            <a:off x="7015163" y="6597650"/>
            <a:ext cx="2460626" cy="135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957262">
              <a:lnSpc>
                <a:spcPts val="1100"/>
              </a:lnSpc>
              <a:defRPr sz="800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r>
              <a:t>© 2018 B2L Soft All Right Reserved</a:t>
            </a:r>
          </a:p>
        </p:txBody>
      </p:sp>
      <p:sp>
        <p:nvSpPr>
          <p:cNvPr id="12" name="슬라이드 번호">
            <a:extLst>
              <a:ext uri="{FF2B5EF4-FFF2-40B4-BE49-F238E27FC236}">
                <a16:creationId xmlns:a16="http://schemas.microsoft.com/office/drawing/2014/main" id="{93C9ED72-ECBA-4418-9E9C-C89B155D86E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3963" cy="14096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7262">
              <a:lnSpc>
                <a:spcPts val="1100"/>
              </a:lnSpc>
              <a:defRPr sz="1000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271221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FB729B44-CAF9-46C4-B8F3-5172A23544E7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FB729B44-CAF9-46C4-B8F3-5172A23544E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55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46421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44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5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</p:spTree>
    <p:extLst>
      <p:ext uri="{BB962C8B-B14F-4D97-AF65-F5344CB8AC3E}">
        <p14:creationId xmlns:p14="http://schemas.microsoft.com/office/powerpoint/2010/main" val="1075334323"/>
      </p:ext>
    </p:extLst>
  </p:cSld>
  <p:clrMapOvr>
    <a:masterClrMapping/>
  </p:clrMapOvr>
  <p:transition spd="med"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B9DEE602-546D-4EA2-987C-8876EC42834F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1CC6BC53-5807-489E-A288-C50614C0A77D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9" b="1" dirty="0" err="1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9" b="1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538CBD1-09CD-4262-8747-B112EC8AB0E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A72A779D-3E80-4D6C-9408-AA97401859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6866765D-AD14-4362-911C-4315D2A8BD3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EF1F1FE9-1DE7-4B9C-B0CA-99FD5E1AD99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10CBE228-0EE0-4FF0-ABA0-CABB9F45C4F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96D3135-727B-4FC3-924D-4F5EF55F3D5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CA461F89-7D3A-4F5D-84FA-A9E62CBEF2C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FEADDCCB-8F97-4085-8C61-5E0D6942A46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5C4D222D-0D11-46D5-BD61-3F0842DF7F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4ABDDA44-C92E-4E0B-903B-B121BB8BF05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489AEE90-B728-493C-9ED2-F18A66ED776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C9F8AB68-4336-424D-AD7C-C350FFD7E68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EEAC7785-578F-4121-AE27-9F57811994A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C22FBFAE-8D83-423A-897F-8DC9A8C71D9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22A812B5-3C90-4F54-B500-8EA406B7BD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71A5A8E1-4C26-4506-A8D1-47F10905DE0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A981C079-93CE-4E6A-9A1B-23A8C1741D9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90F2C942-1BC2-43F5-A5C5-4FD00D33A6C2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62DB72CF-7963-4C4F-875E-B925D20120FA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62DB72CF-7963-4C4F-875E-B925D20120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7"/>
            <a:ext cx="5036360" cy="2282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83588790"/>
      </p:ext>
    </p:extLst>
  </p:cSld>
  <p:clrMapOvr>
    <a:masterClrMapping/>
  </p:clrMapOvr>
  <p:transition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BEF7C9E4-EBC1-4BDC-9F83-E30AC96C97F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BEF7C9E4-EBC1-4BDC-9F83-E30AC96C97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6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E247CDCF-6929-4DBA-A797-0EDF23D53ACC}"/>
              </a:ext>
            </a:extLst>
          </p:cNvPr>
          <p:cNvSpPr txBox="1"/>
          <p:nvPr userDrawn="1"/>
        </p:nvSpPr>
        <p:spPr>
          <a:xfrm>
            <a:off x="7015163" y="6597650"/>
            <a:ext cx="2460626" cy="135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957262">
              <a:lnSpc>
                <a:spcPts val="1100"/>
              </a:lnSpc>
              <a:defRPr sz="800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r>
              <a:t>© 2018 B2L Soft All Right Reserved</a:t>
            </a:r>
          </a:p>
        </p:txBody>
      </p:sp>
      <p:sp>
        <p:nvSpPr>
          <p:cNvPr id="12" name="슬라이드 번호">
            <a:extLst>
              <a:ext uri="{FF2B5EF4-FFF2-40B4-BE49-F238E27FC236}">
                <a16:creationId xmlns:a16="http://schemas.microsoft.com/office/drawing/2014/main" id="{EDED2785-C93E-49C4-9E83-3AA393D0309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3963" cy="14096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7262">
              <a:lnSpc>
                <a:spcPts val="1100"/>
              </a:lnSpc>
              <a:defRPr sz="1000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9630199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FAC66320-93E4-4FC9-9FDB-74DD7D885AE0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FAC66320-93E4-4FC9-9FDB-74DD7D885A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6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38907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59B3B39D-6FA5-4EB2-BD21-290F3451BFC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59B3B39D-6FA5-4EB2-BD21-290F3451BF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A1403AF5-D139-4755-8704-8EFC991DBD3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5C1E57DC-906A-48EC-A5AA-74BDE3B7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10CEB0FA-7FD7-41E6-AFF3-0F14F892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71A1DF0-7326-4C65-9118-8419688A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14EFD39E-2286-4F29-88CB-2A5292721D22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5208874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848C425-3937-4CEA-911E-E77BCF7127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848C425-3937-4CEA-911E-E77BCF7127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9BDF1A07-2949-4698-8C37-F3905428F1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F35A11CD-D4D8-4028-BAC4-7310FFD4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7567157B-310B-457C-A1E7-FEA9FD7E9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8EFB9CD9-1998-42ED-9D06-CD60FEC3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B4F4BD5F-7E9C-46E9-A755-0001D64929CF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4817651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98E9940B-4F36-4FCD-B0A3-A5F80111C9A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98E9940B-4F36-4FCD-B0A3-A5F80111C9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697CC40F-AD92-4C31-970F-6BABC5718C6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8" i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차트를 추가하려면 아이콘을 클릭하십시오</a:t>
            </a:r>
            <a:endParaRPr lang="en-US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5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17420956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569F759E-4FC9-49E0-A5F9-BAFD8C8E6BA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569F759E-4FC9-49E0-A5F9-BAFD8C8E6B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7EC98A98-2B5B-4497-8422-C35D4AC79C3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EC4C4149-1900-4F05-AD86-AE785157D4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339" tIns="34170" rIns="68339" bIns="34170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>
              <a:defRPr/>
            </a:pPr>
            <a:fld id="{8B60DA43-F9AB-4E2E-AC42-E5B3395031C0}" type="slidenum">
              <a:rPr lang="en-US" altLang="en-US" sz="1399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>
                <a:defRPr/>
              </a:pPr>
              <a:t>‹#›</a:t>
            </a:fld>
            <a:endParaRPr lang="en-US" altLang="en-US" sz="1399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2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7"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표를 추가하려면 아이콘을 클릭하십시오</a:t>
            </a:r>
            <a:endParaRPr lang="en-US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34345381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3BDA2930-F352-4BBC-B5AE-564B0243E8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3BDA2930-F352-4BBC-B5AE-564B0243E80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8DD5B32A-DC7E-406D-B104-6D702253D58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grpSp>
        <p:nvGrpSpPr>
          <p:cNvPr id="4" name="그룹 9">
            <a:extLst>
              <a:ext uri="{FF2B5EF4-FFF2-40B4-BE49-F238E27FC236}">
                <a16:creationId xmlns:a16="http://schemas.microsoft.com/office/drawing/2014/main" id="{7D92C61B-5476-4EDC-BA67-214EDE45A41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19531"/>
            <a:chOff x="6124575" y="71414"/>
            <a:chExt cx="3019425" cy="41984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0F250AF-EB4C-4141-AD16-2FAFC4042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482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9" b="1" dirty="0">
                  <a:solidFill>
                    <a:srgbClr val="C1A50E"/>
                  </a:solidFill>
                </a:rPr>
                <a:t>창조적이고 합리적인 인재를 육성하는</a:t>
              </a:r>
              <a:r>
                <a:rPr kumimoji="0" lang="en-US" altLang="ko-KR" sz="799" b="1" dirty="0">
                  <a:solidFill>
                    <a:srgbClr val="C1A50E"/>
                  </a:solidFill>
                </a:rPr>
                <a:t> </a:t>
              </a:r>
              <a:r>
                <a:rPr kumimoji="0" lang="ko-KR" altLang="en-US" sz="799" b="1" dirty="0">
                  <a:solidFill>
                    <a:srgbClr val="C1A50E"/>
                  </a:solidFill>
                </a:rPr>
                <a:t>최고의 교육 기업 </a:t>
              </a:r>
              <a:endParaRPr kumimoji="0" lang="en-US" altLang="ko-KR" sz="799" b="1" dirty="0">
                <a:solidFill>
                  <a:srgbClr val="C1A50E"/>
                </a:solidFill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8227756-5CEA-4246-B827-068410B6D7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3A77487-0A21-423D-A0E4-7DEE824A9E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76"/>
            <a:ext cx="683542" cy="436563"/>
          </a:xfrm>
        </p:spPr>
        <p:txBody>
          <a:bodyPr/>
          <a:lstStyle>
            <a:lvl1pPr eaLnBrk="0" hangingPunct="0">
              <a:defRPr kumimoji="1">
                <a:solidFill>
                  <a:srgbClr val="C1A50E"/>
                </a:solidFill>
              </a:defRPr>
            </a:lvl1pPr>
          </a:lstStyle>
          <a:p>
            <a:pPr>
              <a:defRPr/>
            </a:pPr>
            <a:fld id="{5AA48EAB-008A-4E88-AD9F-517483CE72EA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6871196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B9DEE602-546D-4EA2-987C-8876EC42834F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1CC6BC53-5807-489E-A288-C50614C0A77D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9" b="1" dirty="0" err="1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9" b="1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538CBD1-09CD-4262-8747-B112EC8AB0E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A72A779D-3E80-4D6C-9408-AA97401859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6866765D-AD14-4362-911C-4315D2A8BD3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EF1F1FE9-1DE7-4B9C-B0CA-99FD5E1AD99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10CBE228-0EE0-4FF0-ABA0-CABB9F45C4F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96D3135-727B-4FC3-924D-4F5EF55F3D5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CA461F89-7D3A-4F5D-84FA-A9E62CBEF2C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FEADDCCB-8F97-4085-8C61-5E0D6942A46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5C4D222D-0D11-46D5-BD61-3F0842DF7F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4ABDDA44-C92E-4E0B-903B-B121BB8BF05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489AEE90-B728-493C-9ED2-F18A66ED776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C9F8AB68-4336-424D-AD7C-C350FFD7E68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EEAC7785-578F-4121-AE27-9F57811994A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C22FBFAE-8D83-423A-897F-8DC9A8C71D9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22A812B5-3C90-4F54-B500-8EA406B7BD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71A5A8E1-4C26-4506-A8D1-47F10905DE0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A981C079-93CE-4E6A-9A1B-23A8C1741D9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90F2C942-1BC2-43F5-A5C5-4FD00D33A6C2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62DB72CF-7963-4C4F-875E-B925D20120FA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62DB72CF-7963-4C4F-875E-B925D20120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7"/>
            <a:ext cx="5036360" cy="2282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07010759"/>
      </p:ext>
    </p:extLst>
  </p:cSld>
  <p:clrMapOvr>
    <a:masterClrMapping/>
  </p:clrMapOvr>
  <p:transition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BEF7C9E4-EBC1-4BDC-9F83-E30AC96C97F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BEF7C9E4-EBC1-4BDC-9F83-E30AC96C97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6D461EDB-9046-47CA-8126-F5EB3E551F60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9B9C3C32-8A99-4B51-B6B6-71B3A53D34AB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  <a:defRPr/>
            </a:pPr>
            <a:fld id="{C66D12F5-D9AC-4029-BE71-C34368C04B11}" type="slidenum">
              <a:rPr kumimoji="0" lang="en-US" altLang="ko-KR" sz="999" b="1" smtClean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  <a:defRPr/>
              </a:pPr>
              <a:t>‹#›</a:t>
            </a:fld>
            <a:endParaRPr kumimoji="0" lang="en-US" altLang="ko-KR" sz="999" b="1" dirty="0">
              <a:solidFill>
                <a:schemeClr val="tx2"/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6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463341C-BE62-4207-9962-4CFFA4FE28DC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DB2B1-C92A-4DF4-B0F7-DFF100079366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AE72A04-271B-4788-AC42-248FC6408514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65321451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FAC66320-93E4-4FC9-9FDB-74DD7D885AE0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FAC66320-93E4-4FC9-9FDB-74DD7D885A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6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964993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59B3B39D-6FA5-4EB2-BD21-290F3451BFC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59B3B39D-6FA5-4EB2-BD21-290F3451BF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A1403AF5-D139-4755-8704-8EFC991DBD3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5C1E57DC-906A-48EC-A5AA-74BDE3B7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505E2C6B-D0F9-40C2-8DD4-900F09A0DCEE}" type="datetime1">
              <a:rPr lang="ko-KR" altLang="en-US" smtClean="0"/>
              <a:pPr>
                <a:defRPr/>
              </a:pPr>
              <a:t>2026-08-12</a:t>
            </a:fld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10CEB0FA-7FD7-41E6-AFF3-0F14F892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71A1DF0-7326-4C65-9118-8419688A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14EFD39E-2286-4F29-88CB-2A5292721D22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2838690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848C425-3937-4CEA-911E-E77BCF7127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848C425-3937-4CEA-911E-E77BCF7127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9BDF1A07-2949-4698-8C37-F3905428F1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F35A11CD-D4D8-4028-BAC4-7310FFD4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281180BB-2371-4C1E-A22B-F8EBB0278AE3}" type="datetime1">
              <a:rPr lang="ko-KR" altLang="en-US" smtClean="0"/>
              <a:pPr>
                <a:defRPr/>
              </a:pPr>
              <a:t>2026-08-12</a:t>
            </a:fld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7567157B-310B-457C-A1E7-FEA9FD7E9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8EFB9CD9-1998-42ED-9D06-CD60FEC3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B4F4BD5F-7E9C-46E9-A755-0001D64929CF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1520364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98E9940B-4F36-4FCD-B0A3-A5F80111C9A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98E9940B-4F36-4FCD-B0A3-A5F80111C9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697CC40F-AD92-4C31-970F-6BABC5718C6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8" i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차트를 추가하려면 아이콘을 클릭하십시오</a:t>
            </a:r>
            <a:endParaRPr lang="en-US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5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048223332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569F759E-4FC9-49E0-A5F9-BAFD8C8E6BA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569F759E-4FC9-49E0-A5F9-BAFD8C8E6B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7EC98A98-2B5B-4497-8422-C35D4AC79C3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EC4C4149-1900-4F05-AD86-AE785157D4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339" tIns="34170" rIns="68339" bIns="34170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>
              <a:defRPr/>
            </a:pPr>
            <a:fld id="{8B60DA43-F9AB-4E2E-AC42-E5B3395031C0}" type="slidenum">
              <a:rPr lang="en-US" altLang="en-US" sz="1399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>
                <a:defRPr/>
              </a:pPr>
              <a:t>‹#›</a:t>
            </a:fld>
            <a:endParaRPr lang="en-US" altLang="en-US" sz="1399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2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7"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표를 추가하려면 아이콘을 클릭하십시오</a:t>
            </a:r>
            <a:endParaRPr lang="en-US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975198038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3BDA2930-F352-4BBC-B5AE-564B0243E8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3BDA2930-F352-4BBC-B5AE-564B0243E80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8DD5B32A-DC7E-406D-B104-6D702253D58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grpSp>
        <p:nvGrpSpPr>
          <p:cNvPr id="4" name="그룹 9">
            <a:extLst>
              <a:ext uri="{FF2B5EF4-FFF2-40B4-BE49-F238E27FC236}">
                <a16:creationId xmlns:a16="http://schemas.microsoft.com/office/drawing/2014/main" id="{7D92C61B-5476-4EDC-BA67-214EDE45A41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19531"/>
            <a:chOff x="6124575" y="71414"/>
            <a:chExt cx="3019425" cy="41984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0F250AF-EB4C-4141-AD16-2FAFC4042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482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9" b="1" dirty="0">
                  <a:solidFill>
                    <a:srgbClr val="C1A50E"/>
                  </a:solidFill>
                </a:rPr>
                <a:t>창조적이고 합리적인 인재를 육성하는</a:t>
              </a:r>
              <a:r>
                <a:rPr kumimoji="0" lang="en-US" altLang="ko-KR" sz="799" b="1" dirty="0">
                  <a:solidFill>
                    <a:srgbClr val="C1A50E"/>
                  </a:solidFill>
                </a:rPr>
                <a:t> </a:t>
              </a:r>
              <a:r>
                <a:rPr kumimoji="0" lang="ko-KR" altLang="en-US" sz="799" b="1" dirty="0">
                  <a:solidFill>
                    <a:srgbClr val="C1A50E"/>
                  </a:solidFill>
                </a:rPr>
                <a:t>최고의 교육 기업 </a:t>
              </a:r>
              <a:endParaRPr kumimoji="0" lang="en-US" altLang="ko-KR" sz="799" b="1" dirty="0">
                <a:solidFill>
                  <a:srgbClr val="C1A50E"/>
                </a:solidFill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8227756-5CEA-4246-B827-068410B6D7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3A77487-0A21-423D-A0E4-7DEE824A9E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76"/>
            <a:ext cx="683542" cy="436563"/>
          </a:xfrm>
        </p:spPr>
        <p:txBody>
          <a:bodyPr/>
          <a:lstStyle>
            <a:lvl1pPr eaLnBrk="0" hangingPunct="0">
              <a:defRPr kumimoji="1">
                <a:solidFill>
                  <a:srgbClr val="C1A50E"/>
                </a:solidFill>
              </a:defRPr>
            </a:lvl1pPr>
          </a:lstStyle>
          <a:p>
            <a:pPr>
              <a:defRPr/>
            </a:pPr>
            <a:fld id="{5AA48EAB-008A-4E88-AD9F-517483CE72EA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4602501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3CD3C091-B984-4C8D-B896-AB4E29E1E891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30693" y="1"/>
            <a:ext cx="1016590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79031C74-8E3C-4D72-8781-AD09624A6620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 dirty="0">
                  <a:solidFill>
                    <a:srgbClr val="002776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9" b="1" dirty="0" err="1">
                  <a:solidFill>
                    <a:srgbClr val="002776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9" b="1" dirty="0">
                <a:solidFill>
                  <a:srgbClr val="002776"/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FED14DDB-59FE-49AB-9045-2F835BA5180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180996"/>
              <a:ext cx="463765" cy="585856"/>
              <a:chOff x="12661423" y="-1313976"/>
              <a:chExt cx="463765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05F48645-CEA0-4585-BDF1-13833430D3E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1423" y="-1313976"/>
                <a:ext cx="463765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89404948-4E5E-46CC-9551-1D455B1C0E2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059" y="-1252056"/>
                <a:ext cx="337724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4D5F58B9-8CD7-4091-B478-9B36C1377FC4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1414628"/>
              <a:ext cx="463765" cy="584268"/>
              <a:chOff x="12661423" y="59430"/>
              <a:chExt cx="463765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287F07A3-46F7-4D24-9A03-BEE8275BF61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1423" y="59430"/>
                <a:ext cx="463765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A85050FC-7026-43AE-A112-C5E1E721A6C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9596" y="110236"/>
                <a:ext cx="35226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CC4174C2-8FBA-4CCD-9F44-0F2A841BB44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2030650"/>
              <a:ext cx="463765" cy="584268"/>
              <a:chOff x="12661423" y="853322"/>
              <a:chExt cx="463765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B3882F9C-B4F8-43AC-ADA8-DE291D978D13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1423" y="853322"/>
                <a:ext cx="463765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99192B82-8B28-49DA-B7E5-D56CC5799B9A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9596" y="915241"/>
                <a:ext cx="35226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70B49C13-2034-4CCB-B1B1-7555574826D4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2646672"/>
              <a:ext cx="463765" cy="585855"/>
              <a:chOff x="12661423" y="1513377"/>
              <a:chExt cx="463765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44CC99A1-B0BB-4118-A53A-E829097886AD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1423" y="1513377"/>
                <a:ext cx="463765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86C94C68-548D-42F7-A447-D2873226B47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9596" y="1575296"/>
                <a:ext cx="35226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23941A41-47BA-4B02-BADA-F36D28852D8F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3262694"/>
              <a:ext cx="463765" cy="585855"/>
              <a:chOff x="12661423" y="2333768"/>
              <a:chExt cx="463765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113CD248-ACFA-42AE-BA0A-D10DF999F4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1423" y="2333768"/>
                <a:ext cx="463765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D17D5178-AE82-4A64-9B16-A37B24FABB2C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9596" y="2395687"/>
                <a:ext cx="35226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120D7882-679C-47E5-9E8F-FFA36206A327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798606"/>
              <a:ext cx="463765" cy="584268"/>
              <a:chOff x="12661423" y="-640070"/>
              <a:chExt cx="463765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15096D3D-06AA-4407-AE51-751D06B69F3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1423" y="-640070"/>
                <a:ext cx="463765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A74FEC9D-9274-45E1-8102-B74DAAEA4B8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9596" y="-578151"/>
                <a:ext cx="35226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F3F1BE37-BFC3-49F5-AFE7-8ABD872D77A8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F3F1BE37-BFC3-49F5-AFE7-8ABD872D77A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7"/>
            <a:ext cx="5036360" cy="2282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57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0979466"/>
      </p:ext>
    </p:extLst>
  </p:cSld>
  <p:clrMapOvr>
    <a:masterClrMapping/>
  </p:clrMapOvr>
  <p:transition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1B3FA5F3-2FE2-4153-B74C-8CAC4F8161C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1B3FA5F3-2FE2-4153-B74C-8CAC4F8161C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8C20B609-F8D6-49A7-AA15-B49F0566DFB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rgbClr val="002776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6FB81116-1E5E-4D70-92B1-6C2EE88DEA1E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</a:pPr>
            <a:fld id="{FB5524DD-FFC3-4C85-8117-A24A55070EB1}" type="slidenum">
              <a:rPr kumimoji="0" lang="en-US" altLang="ko-KR" sz="999" b="1">
                <a:solidFill>
                  <a:srgbClr val="002776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</a:pPr>
              <a:t>‹#›</a:t>
            </a:fld>
            <a:endParaRPr kumimoji="0" lang="en-US" altLang="ko-KR" sz="999" b="1" dirty="0">
              <a:solidFill>
                <a:srgbClr val="002776"/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686" y="300062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3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480991F-06FA-402E-A9DE-533C22860911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C444F892-D7E7-4795-B542-7E0BE3C80135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2865979-CBE5-44C5-9547-C0CBED582E80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62616391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FB729B44-CAF9-46C4-B8F3-5172A23544E7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FB729B44-CAF9-46C4-B8F3-5172A23544E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55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904680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44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5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r>
              <a:rPr dirty="0" err="1"/>
              <a:t>본문</a:t>
            </a:r>
            <a:r>
              <a:rPr dirty="0"/>
              <a:t> 첫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1"/>
            <a:r>
              <a:rPr dirty="0" err="1"/>
              <a:t>본문</a:t>
            </a:r>
            <a:r>
              <a:rPr dirty="0"/>
              <a:t> 두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2"/>
            <a:r>
              <a:rPr dirty="0" err="1"/>
              <a:t>본문</a:t>
            </a:r>
            <a:r>
              <a:rPr dirty="0"/>
              <a:t> 세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3"/>
            <a:r>
              <a:rPr dirty="0" err="1"/>
              <a:t>본문</a:t>
            </a:r>
            <a:r>
              <a:rPr dirty="0"/>
              <a:t> 네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4"/>
            <a:r>
              <a:rPr dirty="0" err="1"/>
              <a:t>본문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번째</a:t>
            </a:r>
            <a:r>
              <a:rPr dirty="0"/>
              <a:t> 줄</a:t>
            </a:r>
          </a:p>
        </p:txBody>
      </p:sp>
    </p:spTree>
    <p:extLst>
      <p:ext uri="{BB962C8B-B14F-4D97-AF65-F5344CB8AC3E}">
        <p14:creationId xmlns:p14="http://schemas.microsoft.com/office/powerpoint/2010/main" val="1319464961"/>
      </p:ext>
    </p:extLst>
  </p:cSld>
  <p:clrMapOvr>
    <a:masterClrMapping/>
  </p:clrMapOvr>
  <p:transition spd="med"/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7264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/>
          <p:cNvSpPr/>
          <p:nvPr userDrawn="1"/>
        </p:nvSpPr>
        <p:spPr>
          <a:xfrm>
            <a:off x="4836008" y="6641607"/>
            <a:ext cx="4855414" cy="2508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eaLnBrk="1" hangingPunct="1">
              <a:defRPr/>
            </a:pPr>
            <a:r>
              <a:rPr kumimoji="0" lang="en-US" altLang="ko-KR" sz="1030" b="1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Business Simulation No.1 (</a:t>
            </a:r>
            <a:r>
              <a:rPr kumimoji="0" lang="ko-KR" altLang="en-US" sz="1030" b="1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</a:t>
            </a:r>
            <a:r>
              <a:rPr kumimoji="0" lang="en-US" altLang="ko-KR" sz="1030" b="1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kumimoji="0" lang="ko-KR" altLang="en-US" sz="1030" b="1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비투엘소프트</a:t>
            </a:r>
            <a:endParaRPr kumimoji="0" lang="fr-FR" altLang="ko-KR" sz="1030" b="1" i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9" name="Straight Connector 1408"/>
          <p:cNvCxnSpPr/>
          <p:nvPr userDrawn="1"/>
        </p:nvCxnSpPr>
        <p:spPr>
          <a:xfrm flipH="1">
            <a:off x="7462398" y="3293986"/>
            <a:ext cx="1500984" cy="315035"/>
          </a:xfrm>
          <a:prstGeom prst="line">
            <a:avLst/>
          </a:prstGeom>
          <a:ln>
            <a:solidFill>
              <a:srgbClr val="BA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1408"/>
          <p:cNvCxnSpPr/>
          <p:nvPr userDrawn="1"/>
        </p:nvCxnSpPr>
        <p:spPr>
          <a:xfrm flipH="1" flipV="1">
            <a:off x="8345330" y="2483895"/>
            <a:ext cx="618052" cy="765086"/>
          </a:xfrm>
          <a:prstGeom prst="line">
            <a:avLst/>
          </a:prstGeom>
          <a:ln>
            <a:solidFill>
              <a:srgbClr val="BA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6721948" y="5973397"/>
            <a:ext cx="27370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177">
                <a:solidFill>
                  <a:srgbClr val="000000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한국 경영 시뮬레이션 교육 센터</a:t>
            </a:r>
            <a:endParaRPr lang="en-US" altLang="ko-KR" sz="1177">
              <a:solidFill>
                <a:srgbClr val="000000"/>
              </a:solidFill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177">
                <a:solidFill>
                  <a:srgbClr val="000000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en-US" altLang="ko-KR" sz="1177">
                <a:solidFill>
                  <a:srgbClr val="000000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    (</a:t>
            </a:r>
            <a:r>
              <a:rPr lang="en-US" altLang="ko-KR" sz="1177">
                <a:solidFill>
                  <a:schemeClr val="tx1">
                    <a:lumMod val="65000"/>
                    <a:lumOff val="35000"/>
                  </a:schemeClr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www.bsgcampus.co.kr)</a:t>
            </a:r>
          </a:p>
        </p:txBody>
      </p:sp>
      <p:pic>
        <p:nvPicPr>
          <p:cNvPr id="9" name="Picture 16"/>
          <p:cNvPicPr preferRelativeResize="0">
            <a:picLocks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9407" y="2773292"/>
            <a:ext cx="1942450" cy="1980220"/>
          </a:xfrm>
          <a:prstGeom prst="ellipse">
            <a:avLst/>
          </a:prstGeom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prstMaterial="matte"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0" name="Rounded Rectangle 1404"/>
          <p:cNvSpPr/>
          <p:nvPr userDrawn="1"/>
        </p:nvSpPr>
        <p:spPr>
          <a:xfrm flipV="1">
            <a:off x="8786796" y="3023955"/>
            <a:ext cx="494442" cy="493302"/>
          </a:xfrm>
          <a:prstGeom prst="roundRect">
            <a:avLst>
              <a:gd name="adj" fmla="val 50000"/>
            </a:avLst>
          </a:prstGeom>
          <a:solidFill>
            <a:srgbClr val="8CC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367" tIns="41184" rIns="82367" bIns="41184" rtlCol="0" anchor="ctr"/>
          <a:lstStyle/>
          <a:p>
            <a:pPr algn="ctr"/>
            <a:endParaRPr lang="en-GB" sz="1864"/>
          </a:p>
        </p:txBody>
      </p:sp>
      <p:pic>
        <p:nvPicPr>
          <p:cNvPr id="12" name="Picture 21" descr="http://bsgcampus.co.kr/wp/wp-content/uploads/2016/03/cb036096813-495x400.jpg"/>
          <p:cNvPicPr preferRelativeResize="0">
            <a:picLocks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7037" y="3834045"/>
            <a:ext cx="1127031" cy="1148944"/>
          </a:xfrm>
          <a:prstGeom prst="ellipse">
            <a:avLst/>
          </a:prstGeom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prstMaterial="matte"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자유형 7"/>
          <p:cNvSpPr/>
          <p:nvPr userDrawn="1"/>
        </p:nvSpPr>
        <p:spPr>
          <a:xfrm>
            <a:off x="6490260" y="370937"/>
            <a:ext cx="2191627" cy="1768415"/>
          </a:xfrm>
          <a:custGeom>
            <a:avLst/>
            <a:gdLst>
              <a:gd name="connsiteX0" fmla="*/ 1630393 w 2234242"/>
              <a:gd name="connsiteY0" fmla="*/ 1768415 h 1768415"/>
              <a:gd name="connsiteX1" fmla="*/ 0 w 2234242"/>
              <a:gd name="connsiteY1" fmla="*/ 1319841 h 1768415"/>
              <a:gd name="connsiteX2" fmla="*/ 2234242 w 2234242"/>
              <a:gd name="connsiteY2" fmla="*/ 0 h 1768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34242" h="1768415">
                <a:moveTo>
                  <a:pt x="1630393" y="1768415"/>
                </a:moveTo>
                <a:lnTo>
                  <a:pt x="0" y="1319841"/>
                </a:lnTo>
                <a:lnTo>
                  <a:pt x="2234242" y="0"/>
                </a:lnTo>
              </a:path>
            </a:pathLst>
          </a:custGeom>
          <a:ln>
            <a:solidFill>
              <a:srgbClr val="BAE2EA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64"/>
          </a:p>
        </p:txBody>
      </p:sp>
      <p:pic>
        <p:nvPicPr>
          <p:cNvPr id="10" name="Picture 17"/>
          <p:cNvPicPr preferRelativeResize="0">
            <a:picLocks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147" y="1268760"/>
            <a:ext cx="971225" cy="990110"/>
          </a:xfrm>
          <a:prstGeom prst="ellipse">
            <a:avLst/>
          </a:prstGeom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prstMaterial="matte"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1" name="Picture 19" descr="http://bsgcampus.co.kr/wp/wp-content/uploads/2016/03/cb036118298-495x400.jpg"/>
          <p:cNvPicPr preferRelativeResize="0">
            <a:picLocks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5571" y="1493785"/>
            <a:ext cx="1236340" cy="126038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threePt" dir="t"/>
          </a:scene3d>
          <a:sp3d prstMaterial="matte"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5127176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6161" y="207036"/>
            <a:ext cx="8123404" cy="379148"/>
          </a:xfrm>
          <a:prstGeom prst="rect">
            <a:avLst/>
          </a:prstGeom>
        </p:spPr>
        <p:txBody>
          <a:bodyPr anchor="ctr"/>
          <a:lstStyle>
            <a:lvl1pPr latinLnBrk="0">
              <a:lnSpc>
                <a:spcPct val="100000"/>
              </a:lnSpc>
              <a:defRPr sz="2158" b="0">
                <a:ln>
                  <a:solidFill>
                    <a:srgbClr val="284D76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effectLst/>
                <a:latin typeface="+mj-lt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Slide Number Placeholder 9"/>
          <p:cNvSpPr>
            <a:spLocks/>
          </p:cNvSpPr>
          <p:nvPr userDrawn="1"/>
        </p:nvSpPr>
        <p:spPr bwMode="auto">
          <a:xfrm>
            <a:off x="9237092" y="6594475"/>
            <a:ext cx="409206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lnSpc>
                <a:spcPts val="1177"/>
              </a:lnSpc>
            </a:pPr>
            <a:endParaRPr lang="en-US" altLang="ko-KR" sz="1030" b="0">
              <a:solidFill>
                <a:srgbClr val="0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195870" y="646042"/>
            <a:ext cx="8117057" cy="0"/>
          </a:xfrm>
          <a:prstGeom prst="line">
            <a:avLst/>
          </a:prstGeom>
          <a:ln w="19050" cap="flat" cmpd="sng" algn="ctr">
            <a:solidFill>
              <a:srgbClr val="E2E2E2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" descr="http://b2lsoft.co.kr/wp/wp-content/uploads/2015/05/logo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1107" y="402188"/>
            <a:ext cx="1222254" cy="389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텍스트 개체 틀 23"/>
          <p:cNvSpPr>
            <a:spLocks noGrp="1"/>
          </p:cNvSpPr>
          <p:nvPr>
            <p:ph type="body" sz="quarter" idx="10"/>
          </p:nvPr>
        </p:nvSpPr>
        <p:spPr>
          <a:xfrm>
            <a:off x="453023" y="712946"/>
            <a:ext cx="7726675" cy="287719"/>
          </a:xfrm>
          <a:prstGeom prst="rect">
            <a:avLst/>
          </a:prstGeom>
        </p:spPr>
        <p:txBody>
          <a:bodyPr anchor="ctr"/>
          <a:lstStyle>
            <a:lvl1pPr marL="0" indent="0" latinLnBrk="0">
              <a:spcBef>
                <a:spcPts val="0"/>
              </a:spcBef>
              <a:buNone/>
              <a:defRPr sz="1373" b="1" i="0">
                <a:solidFill>
                  <a:schemeClr val="accent5">
                    <a:lumMod val="75000"/>
                  </a:schemeClr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pic>
        <p:nvPicPr>
          <p:cNvPr id="26" name="Picture 14" descr="https://d30y9cdsu7xlg0.cloudfront.net/png/20505-200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68" y="736515"/>
            <a:ext cx="229941" cy="229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텍스트 개체 틀 27"/>
          <p:cNvSpPr>
            <a:spLocks noGrp="1"/>
          </p:cNvSpPr>
          <p:nvPr>
            <p:ph type="body" sz="quarter" idx="11"/>
          </p:nvPr>
        </p:nvSpPr>
        <p:spPr>
          <a:xfrm>
            <a:off x="240589" y="1084245"/>
            <a:ext cx="9287485" cy="305789"/>
          </a:xfrm>
          <a:prstGeom prst="rect">
            <a:avLst/>
          </a:prstGeom>
        </p:spPr>
        <p:txBody>
          <a:bodyPr>
            <a:spAutoFit/>
          </a:bodyPr>
          <a:lstStyle>
            <a:lvl1pPr marL="177518" indent="-177518" latinLnBrk="0">
              <a:lnSpc>
                <a:spcPct val="120000"/>
              </a:lnSpc>
              <a:spcBef>
                <a:spcPts val="294"/>
              </a:spcBef>
              <a:defRPr sz="1275" b="0">
                <a:ln>
                  <a:solidFill>
                    <a:schemeClr val="accent1">
                      <a:alpha val="0"/>
                    </a:schemeClr>
                  </a:solidFill>
                </a:ln>
                <a:latin typeface="+mj-lt"/>
                <a:ea typeface="+mj-ea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92609258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384" y="7829"/>
            <a:ext cx="9715500" cy="675866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6161" y="162586"/>
            <a:ext cx="8123404" cy="379148"/>
          </a:xfrm>
          <a:prstGeom prst="rect">
            <a:avLst/>
          </a:prstGeom>
        </p:spPr>
        <p:txBody>
          <a:bodyPr anchor="ctr"/>
          <a:lstStyle>
            <a:lvl1pPr latinLnBrk="0">
              <a:lnSpc>
                <a:spcPct val="100000"/>
              </a:lnSpc>
              <a:defRPr sz="2060" b="1">
                <a:ln>
                  <a:solidFill>
                    <a:srgbClr val="284D7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latin typeface="+mj-lt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8" name="텍스트 개체 틀 27"/>
          <p:cNvSpPr>
            <a:spLocks noGrp="1"/>
          </p:cNvSpPr>
          <p:nvPr>
            <p:ph type="body" sz="quarter" idx="11"/>
          </p:nvPr>
        </p:nvSpPr>
        <p:spPr>
          <a:xfrm>
            <a:off x="240589" y="852319"/>
            <a:ext cx="9287485" cy="305789"/>
          </a:xfrm>
          <a:prstGeom prst="rect">
            <a:avLst/>
          </a:prstGeom>
        </p:spPr>
        <p:txBody>
          <a:bodyPr>
            <a:spAutoFit/>
          </a:bodyPr>
          <a:lstStyle>
            <a:lvl1pPr marL="177518" indent="-177518" latinLnBrk="0">
              <a:lnSpc>
                <a:spcPct val="120000"/>
              </a:lnSpc>
              <a:spcBef>
                <a:spcPts val="294"/>
              </a:spcBef>
              <a:defRPr sz="1275" b="0">
                <a:latin typeface="+mj-lt"/>
                <a:ea typeface="+mj-ea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pic>
        <p:nvPicPr>
          <p:cNvPr id="17" name="Picture 2" descr="http://b2lsoft.co.kr/wp/wp-content/uploads/2015/05/logo1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8972" y="495050"/>
            <a:ext cx="995928" cy="31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7395217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35">
            <a:extLst>
              <a:ext uri="{FF2B5EF4-FFF2-40B4-BE49-F238E27FC236}">
                <a16:creationId xmlns:a16="http://schemas.microsoft.com/office/drawing/2014/main" id="{81B889B5-3A91-4BBE-A06B-6A23A7A7A8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6040" y="-25098"/>
            <a:ext cx="9937104" cy="712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슬라이드 번호">
            <a:extLst>
              <a:ext uri="{FF2B5EF4-FFF2-40B4-BE49-F238E27FC236}">
                <a16:creationId xmlns:a16="http://schemas.microsoft.com/office/drawing/2014/main" id="{DAC28C56-E283-4D78-8B7D-A463C165667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9378439" y="6452076"/>
            <a:ext cx="236601" cy="230830"/>
          </a:xfrm>
          <a:prstGeom prst="rect">
            <a:avLst/>
          </a:prstGeom>
        </p:spPr>
        <p:txBody>
          <a:bodyPr lIns="45719" tIns="45719" rIns="45719" bIns="45719" anchor="ctr"/>
          <a:lstStyle>
            <a:lvl1pPr algn="r" defTabSz="914400">
              <a:lnSpc>
                <a:spcPct val="100000"/>
              </a:lnSpc>
              <a:defRPr sz="900" b="0">
                <a:solidFill>
                  <a:srgbClr val="808080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6574EE7-83E3-489E-9570-3B103585C453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7176707" y="6650623"/>
            <a:ext cx="2459038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5"/>
              </a:lnSpc>
              <a:defRPr/>
            </a:pPr>
            <a:r>
              <a:rPr kumimoji="0" lang="en-US" altLang="ko-KR" sz="800" dirty="0">
                <a:solidFill>
                  <a:srgbClr val="002776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</p:spTree>
    <p:extLst>
      <p:ext uri="{BB962C8B-B14F-4D97-AF65-F5344CB8AC3E}">
        <p14:creationId xmlns:p14="http://schemas.microsoft.com/office/powerpoint/2010/main" val="3161367913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">
            <a:extLst>
              <a:ext uri="{FF2B5EF4-FFF2-40B4-BE49-F238E27FC236}">
                <a16:creationId xmlns:a16="http://schemas.microsoft.com/office/drawing/2014/main" id="{C8EE73C3-D4BF-4B0F-AB23-786C5FE61F8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9378439" y="6452076"/>
            <a:ext cx="236601" cy="230830"/>
          </a:xfrm>
          <a:prstGeom prst="rect">
            <a:avLst/>
          </a:prstGeom>
        </p:spPr>
        <p:txBody>
          <a:bodyPr lIns="45719" tIns="45719" rIns="45719" bIns="45719" anchor="ctr"/>
          <a:lstStyle>
            <a:lvl1pPr algn="r" defTabSz="914400">
              <a:lnSpc>
                <a:spcPct val="100000"/>
              </a:lnSpc>
              <a:defRPr sz="900" b="0">
                <a:solidFill>
                  <a:srgbClr val="808080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E4A8018-D10D-4517-8686-0C641C724CEF}"/>
              </a:ext>
            </a:extLst>
          </p:cNvPr>
          <p:cNvCxnSpPr>
            <a:cxnSpLocks/>
          </p:cNvCxnSpPr>
          <p:nvPr userDrawn="1"/>
        </p:nvCxnSpPr>
        <p:spPr>
          <a:xfrm>
            <a:off x="287337" y="620687"/>
            <a:ext cx="9150350" cy="0"/>
          </a:xfrm>
          <a:prstGeom prst="line">
            <a:avLst/>
          </a:prstGeom>
          <a:ln w="12700">
            <a:solidFill>
              <a:srgbClr val="0C22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04EEC76-327C-42B5-9B1B-62396E5721F2}"/>
              </a:ext>
            </a:extLst>
          </p:cNvPr>
          <p:cNvCxnSpPr>
            <a:cxnSpLocks/>
          </p:cNvCxnSpPr>
          <p:nvPr userDrawn="1"/>
        </p:nvCxnSpPr>
        <p:spPr>
          <a:xfrm>
            <a:off x="292100" y="620687"/>
            <a:ext cx="3216275" cy="0"/>
          </a:xfrm>
          <a:prstGeom prst="line">
            <a:avLst/>
          </a:prstGeom>
          <a:ln w="57150">
            <a:solidFill>
              <a:srgbClr val="0C22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617B94D-0B55-4BD8-B7AE-FBCC96B776C9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7176707" y="6650623"/>
            <a:ext cx="2459038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5"/>
              </a:lnSpc>
              <a:defRPr/>
            </a:pPr>
            <a:r>
              <a:rPr kumimoji="0" lang="en-US" altLang="ko-KR" sz="800" dirty="0">
                <a:solidFill>
                  <a:srgbClr val="002776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</p:spTree>
    <p:extLst>
      <p:ext uri="{BB962C8B-B14F-4D97-AF65-F5344CB8AC3E}">
        <p14:creationId xmlns:p14="http://schemas.microsoft.com/office/powerpoint/2010/main" val="2288010225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 descr="shutterstock_631218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9041" y="483080"/>
            <a:ext cx="1614834" cy="1235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Rectangle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722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0" imgH="0" progId="">
                  <p:embed/>
                </p:oleObj>
              </mc:Choice>
              <mc:Fallback>
                <p:oleObj name="think-cell Slide" r:id="rId5" imgW="0" imgH="0" progId="">
                  <p:embed/>
                  <p:pic>
                    <p:nvPicPr>
                      <p:cNvPr id="2" name="Rectangle 1" hidden="1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722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816" y="6597921"/>
            <a:ext cx="2457294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04"/>
              </a:lnSpc>
              <a:defRPr/>
            </a:pPr>
            <a:r>
              <a:rPr kumimoji="0" lang="en-US" altLang="ko-KR" sz="785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pic>
        <p:nvPicPr>
          <p:cNvPr id="7" name="Picture 6"/>
          <p:cNvPicPr>
            <a:picLocks noChangeAspect="1" noChangeArrowheads="1"/>
          </p:cNvPicPr>
          <p:nvPr userDrawn="1"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23" t="18471" r="7626"/>
          <a:stretch>
            <a:fillRect/>
          </a:stretch>
        </p:blipFill>
        <p:spPr bwMode="auto">
          <a:xfrm>
            <a:off x="691090" y="2884370"/>
            <a:ext cx="2896016" cy="645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793846" y="1191278"/>
            <a:ext cx="32436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1962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TABLE OF CONTENTS</a:t>
            </a:r>
          </a:p>
        </p:txBody>
      </p:sp>
      <p:sp>
        <p:nvSpPr>
          <p:cNvPr id="12" name="Rectangle 6"/>
          <p:cNvSpPr>
            <a:spLocks noChangeArrowheads="1"/>
          </p:cNvSpPr>
          <p:nvPr userDrawn="1"/>
        </p:nvSpPr>
        <p:spPr bwMode="auto">
          <a:xfrm>
            <a:off x="2404011" y="1628800"/>
            <a:ext cx="7309863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176" b="0" kern="0">
              <a:solidFill>
                <a:srgbClr val="000000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 userDrawn="1"/>
        </p:nvSpPr>
        <p:spPr bwMode="auto">
          <a:xfrm>
            <a:off x="877936" y="1628800"/>
            <a:ext cx="1526076" cy="762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176" b="0" kern="0">
              <a:solidFill>
                <a:srgbClr val="000000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Text Box 22"/>
          <p:cNvSpPr txBox="1">
            <a:spLocks noChangeArrowheads="1"/>
          </p:cNvSpPr>
          <p:nvPr userDrawn="1"/>
        </p:nvSpPr>
        <p:spPr bwMode="auto">
          <a:xfrm>
            <a:off x="796377" y="1764648"/>
            <a:ext cx="7108712" cy="40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0975" indent="-180975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lang="en-US" altLang="ko-KR" sz="1962">
                <a:solidFill>
                  <a:srgbClr val="00A74E"/>
                </a:solidFill>
                <a:latin typeface="+mn-lt"/>
                <a:ea typeface="+mn-ea"/>
                <a:cs typeface="Arial" panose="020B0604020202020204" pitchFamily="34" charset="0"/>
              </a:rPr>
              <a:t>Business Simulation </a:t>
            </a:r>
            <a:r>
              <a:rPr lang="ko-KR" altLang="en-US" sz="1962">
                <a:solidFill>
                  <a:srgbClr val="00A74E"/>
                </a:solidFill>
                <a:latin typeface="+mn-lt"/>
                <a:ea typeface="+mn-ea"/>
                <a:cs typeface="Arial" panose="020B0604020202020204" pitchFamily="34" charset="0"/>
              </a:rPr>
              <a:t>교육 제안서</a:t>
            </a:r>
          </a:p>
        </p:txBody>
      </p:sp>
    </p:spTree>
    <p:extLst>
      <p:ext uri="{BB962C8B-B14F-4D97-AF65-F5344CB8AC3E}">
        <p14:creationId xmlns:p14="http://schemas.microsoft.com/office/powerpoint/2010/main" val="977398275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722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722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816" y="6597921"/>
            <a:ext cx="2457294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04"/>
              </a:lnSpc>
              <a:defRPr/>
            </a:pPr>
            <a:r>
              <a:rPr kumimoji="0" lang="en-US" altLang="ko-KR" sz="785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pic>
        <p:nvPicPr>
          <p:cNvPr id="265218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7" y="2303876"/>
            <a:ext cx="9693866" cy="1280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3073124" y="2618911"/>
            <a:ext cx="6536465" cy="765085"/>
          </a:xfrm>
          <a:prstGeom prst="rect">
            <a:avLst/>
          </a:prstGeom>
        </p:spPr>
        <p:txBody>
          <a:bodyPr anchor="ctr"/>
          <a:lstStyle>
            <a:lvl1pPr>
              <a:defRPr sz="2747" b="1">
                <a:ln>
                  <a:solidFill>
                    <a:srgbClr val="AD0407">
                      <a:alpha val="0"/>
                    </a:srgbClr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3" name="Text Box 22"/>
          <p:cNvSpPr txBox="1">
            <a:spLocks noChangeArrowheads="1"/>
          </p:cNvSpPr>
          <p:nvPr userDrawn="1"/>
        </p:nvSpPr>
        <p:spPr bwMode="auto">
          <a:xfrm>
            <a:off x="2612897" y="1845199"/>
            <a:ext cx="4856125" cy="40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0975" indent="-180975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177518" indent="-177518" algn="l" rtl="0" eaLnBrk="1" fontAlgn="base" hangingPunct="1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kumimoji="1" lang="en-US" altLang="ko-KR" sz="1962" b="1" kern="1200">
                <a:solidFill>
                  <a:srgbClr val="00A74E"/>
                </a:solidFill>
                <a:latin typeface="+mn-lt"/>
                <a:ea typeface="+mn-ea"/>
                <a:cs typeface="Arial" panose="020B0604020202020204" pitchFamily="34" charset="0"/>
              </a:rPr>
              <a:t>Business Simulation </a:t>
            </a:r>
            <a:r>
              <a:rPr kumimoji="1" lang="ko-KR" altLang="en-US" sz="1962" b="1" kern="1200">
                <a:solidFill>
                  <a:srgbClr val="00A74E"/>
                </a:solidFill>
                <a:latin typeface="+mn-lt"/>
                <a:ea typeface="+mn-ea"/>
                <a:cs typeface="Arial" panose="020B0604020202020204" pitchFamily="34" charset="0"/>
              </a:rPr>
              <a:t>교육 제안서</a:t>
            </a:r>
          </a:p>
        </p:txBody>
      </p:sp>
    </p:spTree>
    <p:extLst>
      <p:ext uri="{BB962C8B-B14F-4D97-AF65-F5344CB8AC3E}">
        <p14:creationId xmlns:p14="http://schemas.microsoft.com/office/powerpoint/2010/main" val="3122443189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126" name="Picture 6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3" y="1536056"/>
            <a:ext cx="9706157" cy="1767861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Rectangle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722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722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2"/>
          <p:cNvSpPr txBox="1">
            <a:spLocks noChangeArrowheads="1"/>
          </p:cNvSpPr>
          <p:nvPr userDrawn="1"/>
        </p:nvSpPr>
        <p:spPr bwMode="auto">
          <a:xfrm>
            <a:off x="2669076" y="2353453"/>
            <a:ext cx="4377348" cy="807089"/>
          </a:xfrm>
          <a:prstGeom prst="rect">
            <a:avLst/>
          </a:prstGeom>
          <a:noFill/>
          <a:ln>
            <a:noFill/>
          </a:ln>
        </p:spPr>
        <p:txBody>
          <a:bodyPr lIns="35297" rIns="35297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buFont typeface="Wingdings" pitchFamily="2" charset="2"/>
              <a:buNone/>
              <a:defRPr/>
            </a:pPr>
            <a:r>
              <a:rPr lang="en-US" altLang="ko-KR" sz="6474" b="0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ko-KR" altLang="en-US" sz="6474" b="0" cap="none" spc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 userDrawn="1"/>
        </p:nvSpPr>
        <p:spPr bwMode="auto">
          <a:xfrm>
            <a:off x="1339019" y="3510523"/>
            <a:ext cx="6675051" cy="1082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4857" tIns="47427" rIns="94857" bIns="47427" anchor="ctr">
            <a:spAutoFit/>
          </a:bodyPr>
          <a:lstStyle>
            <a:lvl1pPr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fontAlgn="ctr">
              <a:spcBef>
                <a:spcPct val="50000"/>
              </a:spcBef>
            </a:pPr>
            <a:r>
              <a:rPr lang="en-US" altLang="ko-KR" sz="1569" b="1" err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Simluation</a:t>
            </a:r>
            <a:r>
              <a:rPr lang="en-US" altLang="ko-KR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  Based Learning #1. </a:t>
            </a:r>
          </a:p>
          <a:p>
            <a:pPr algn="ctr" fontAlgn="ctr">
              <a:spcBef>
                <a:spcPct val="50000"/>
              </a:spcBef>
            </a:pPr>
            <a:r>
              <a:rPr lang="ko-KR" altLang="en-US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㈜</a:t>
            </a:r>
            <a:r>
              <a:rPr lang="en-US" altLang="ko-KR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B2L Soft</a:t>
            </a:r>
            <a:r>
              <a:rPr lang="ko-KR" altLang="en-US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는 </a:t>
            </a:r>
            <a:endParaRPr lang="en-US" altLang="ko-KR" sz="1569" b="1">
              <a:solidFill>
                <a:srgbClr val="002776"/>
              </a:solidFill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ctr" fontAlgn="ctr">
              <a:spcBef>
                <a:spcPct val="50000"/>
              </a:spcBef>
            </a:pPr>
            <a:r>
              <a:rPr lang="ko-KR" altLang="en-US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귀사의 </a:t>
            </a:r>
            <a:r>
              <a:rPr lang="ko-KR" altLang="ko-KR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발전에</a:t>
            </a:r>
            <a:r>
              <a:rPr lang="en-US" altLang="ko-KR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ko-KR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훌륭한 파트너가</a:t>
            </a:r>
            <a:r>
              <a:rPr lang="ko-KR" altLang="en-US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ko-KR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될 것을 약속합니다</a:t>
            </a:r>
            <a:endParaRPr lang="en-US" altLang="ko-KR" sz="1569" b="1">
              <a:solidFill>
                <a:srgbClr val="002776"/>
              </a:solidFill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2418291" y="5099039"/>
            <a:ext cx="4733951" cy="93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648" tIns="44822" rIns="89648" bIns="44822">
            <a:spAutoFit/>
          </a:bodyPr>
          <a:lstStyle>
            <a:lvl1pPr marL="127000" indent="-1270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ko-KR" altLang="en-US" sz="1373" b="1">
                <a:solidFill>
                  <a:schemeClr val="tx1">
                    <a:lumMod val="65000"/>
                    <a:lumOff val="35000"/>
                  </a:schemeClr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연락처</a:t>
            </a:r>
            <a:r>
              <a:rPr lang="en-US" altLang="ko-KR" sz="1373" b="1">
                <a:solidFill>
                  <a:schemeClr val="tx1">
                    <a:lumMod val="65000"/>
                    <a:lumOff val="35000"/>
                  </a:schemeClr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: ㈜B2L Soft </a:t>
            </a:r>
          </a:p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en-US" altLang="ko-KR" sz="1373" b="1">
                <a:solidFill>
                  <a:schemeClr val="tx1">
                    <a:lumMod val="65000"/>
                    <a:lumOff val="35000"/>
                  </a:schemeClr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031-418-9388</a:t>
            </a:r>
          </a:p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en-US" altLang="ko-KR" sz="1373" b="1">
                <a:solidFill>
                  <a:schemeClr val="tx1">
                    <a:lumMod val="65000"/>
                    <a:lumOff val="35000"/>
                  </a:schemeClr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bsgcampus@gmail.com</a:t>
            </a:r>
          </a:p>
        </p:txBody>
      </p:sp>
    </p:spTree>
    <p:extLst>
      <p:ext uri="{BB962C8B-B14F-4D97-AF65-F5344CB8AC3E}">
        <p14:creationId xmlns:p14="http://schemas.microsoft.com/office/powerpoint/2010/main" val="937803592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126" name="Picture 6"/>
          <p:cNvPicPr>
            <a:picLocks noChangeAspect="1" noChangeArrowheads="1"/>
          </p:cNvPicPr>
          <p:nvPr userDrawn="1"/>
        </p:nvPicPr>
        <p:blipFill>
          <a:blip r:embed="rId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3" y="1536056"/>
            <a:ext cx="9706157" cy="2613025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Rectangle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722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0" imgH="0" progId="">
                  <p:embed/>
                </p:oleObj>
              </mc:Choice>
              <mc:Fallback>
                <p:oleObj name="think-cell Slide" r:id="rId5" imgW="0" imgH="0" progId="">
                  <p:embed/>
                  <p:pic>
                    <p:nvPicPr>
                      <p:cNvPr id="2" name="Rectangle 1" hidden="1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722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816" y="6597921"/>
            <a:ext cx="2457294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04"/>
              </a:lnSpc>
              <a:defRPr/>
            </a:pPr>
            <a:r>
              <a:rPr kumimoji="0" lang="en-US" altLang="ko-KR" sz="785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5" name="TextBox 2"/>
          <p:cNvSpPr txBox="1">
            <a:spLocks noChangeArrowheads="1"/>
          </p:cNvSpPr>
          <p:nvPr userDrawn="1"/>
        </p:nvSpPr>
        <p:spPr bwMode="auto">
          <a:xfrm>
            <a:off x="2689059" y="3303917"/>
            <a:ext cx="4377348" cy="807089"/>
          </a:xfrm>
          <a:prstGeom prst="rect">
            <a:avLst/>
          </a:prstGeom>
          <a:noFill/>
          <a:ln>
            <a:noFill/>
          </a:ln>
        </p:spPr>
        <p:txBody>
          <a:bodyPr lIns="35297" rIns="35297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buFont typeface="Wingdings" pitchFamily="2" charset="2"/>
              <a:buNone/>
              <a:defRPr/>
            </a:pPr>
            <a:r>
              <a:rPr lang="en-US" altLang="ko-KR" sz="6474" b="0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ko-KR" altLang="en-US" sz="6474" b="0" cap="none" spc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 userDrawn="1"/>
        </p:nvSpPr>
        <p:spPr bwMode="auto">
          <a:xfrm>
            <a:off x="1769049" y="4221088"/>
            <a:ext cx="6166594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857" tIns="47427" rIns="94857" bIns="47427" anchor="ctr">
            <a:spAutoFit/>
          </a:bodyPr>
          <a:lstStyle>
            <a:lvl1pPr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fontAlgn="ctr">
              <a:spcBef>
                <a:spcPct val="50000"/>
              </a:spcBef>
            </a:pPr>
            <a:r>
              <a:rPr lang="ko-KR" altLang="en-US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㈜</a:t>
            </a:r>
            <a:r>
              <a:rPr lang="en-US" altLang="ko-KR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B2L Soft</a:t>
            </a:r>
            <a:r>
              <a:rPr lang="ko-KR" altLang="en-US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는 귀사의 </a:t>
            </a:r>
            <a:r>
              <a:rPr lang="ko-KR" altLang="ko-KR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발전에</a:t>
            </a:r>
            <a:r>
              <a:rPr lang="en-US" altLang="ko-KR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ko-KR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훌륭한 파트너가</a:t>
            </a:r>
            <a:r>
              <a:rPr lang="ko-KR" altLang="en-US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ko-KR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될 것을 약속합니다</a:t>
            </a:r>
            <a:endParaRPr lang="en-US" altLang="ko-KR" sz="1569" b="1">
              <a:solidFill>
                <a:srgbClr val="002776"/>
              </a:solidFill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2485370" y="5088778"/>
            <a:ext cx="4733951" cy="93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648" tIns="44822" rIns="89648" bIns="44822">
            <a:spAutoFit/>
          </a:bodyPr>
          <a:lstStyle>
            <a:lvl1pPr marL="127000" indent="-1270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ko-KR" altLang="en-US" sz="1373" b="1">
                <a:solidFill>
                  <a:schemeClr val="tx1">
                    <a:lumMod val="65000"/>
                    <a:lumOff val="35000"/>
                  </a:schemeClr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연락처</a:t>
            </a:r>
            <a:r>
              <a:rPr lang="en-US" altLang="ko-KR" sz="1373" b="1">
                <a:solidFill>
                  <a:schemeClr val="tx1">
                    <a:lumMod val="65000"/>
                    <a:lumOff val="35000"/>
                  </a:schemeClr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: ㈜B2L Soft </a:t>
            </a:r>
          </a:p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en-US" altLang="ko-KR" sz="1373" b="1">
                <a:solidFill>
                  <a:schemeClr val="tx1">
                    <a:lumMod val="65000"/>
                    <a:lumOff val="35000"/>
                  </a:schemeClr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031-418-9388</a:t>
            </a:r>
          </a:p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en-US" altLang="ko-KR" sz="1373" b="1">
                <a:solidFill>
                  <a:schemeClr val="tx1">
                    <a:lumMod val="65000"/>
                    <a:lumOff val="35000"/>
                  </a:schemeClr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Bsgcampus@gmail.com</a:t>
            </a:r>
          </a:p>
        </p:txBody>
      </p:sp>
    </p:spTree>
    <p:extLst>
      <p:ext uri="{BB962C8B-B14F-4D97-AF65-F5344CB8AC3E}">
        <p14:creationId xmlns:p14="http://schemas.microsoft.com/office/powerpoint/2010/main" val="759995563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/>
          <p:cNvSpPr txBox="1"/>
          <p:nvPr userDrawn="1"/>
        </p:nvSpPr>
        <p:spPr>
          <a:xfrm>
            <a:off x="6844346" y="6039290"/>
            <a:ext cx="2737089" cy="862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766" b="1">
                <a:solidFill>
                  <a:srgbClr val="000000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B2L Soft</a:t>
            </a:r>
            <a:r>
              <a:rPr lang="en-US" altLang="ko-KR" sz="1177">
                <a:solidFill>
                  <a:srgbClr val="000000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en-US" altLang="ko-KR" sz="1177">
                <a:solidFill>
                  <a:srgbClr val="000000"/>
                </a:solidFill>
                <a:ea typeface="맑은 고딕" panose="020B0503020000020004" pitchFamily="50" charset="-127"/>
                <a:cs typeface="Arial" panose="020B0604020202020204" pitchFamily="34" charset="0"/>
                <a:hlinkClick r:id="rId2"/>
              </a:rPr>
              <a:t>www.b2lsoft.co.kr</a:t>
            </a:r>
            <a:endParaRPr lang="en-US" altLang="ko-KR" sz="1177">
              <a:solidFill>
                <a:srgbClr val="000000"/>
              </a:solidFill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79">
                <a:solidFill>
                  <a:srgbClr val="000000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BSG Campus, www.bsgcampus.co.kr</a:t>
            </a:r>
            <a:endParaRPr lang="ko-KR" altLang="en-US" sz="1079">
              <a:solidFill>
                <a:srgbClr val="000000"/>
              </a:solidFill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79">
                <a:solidFill>
                  <a:srgbClr val="000000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Office_031-418-9388 / Fax_031-400-5655</a:t>
            </a:r>
          </a:p>
        </p:txBody>
      </p:sp>
      <p:sp>
        <p:nvSpPr>
          <p:cNvPr id="42" name="TextBox 1"/>
          <p:cNvSpPr txBox="1">
            <a:spLocks noChangeArrowheads="1"/>
          </p:cNvSpPr>
          <p:nvPr userDrawn="1"/>
        </p:nvSpPr>
        <p:spPr bwMode="auto">
          <a:xfrm>
            <a:off x="4324020" y="61063"/>
            <a:ext cx="532393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B4CCE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B4CCE2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B4CCE2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B4CCE2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  <a:defRPr/>
            </a:pPr>
            <a:r>
              <a:rPr lang="ko-KR" altLang="en-US" sz="1373" b="1" i="1">
                <a:solidFill>
                  <a:schemeClr val="tx1">
                    <a:lumMod val="75000"/>
                    <a:lumOff val="2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  <a:cs typeface="Arial" panose="020B0604020202020204" pitchFamily="34" charset="0"/>
              </a:rPr>
              <a:t>대한민국 경영시뮬레이션 교육은 </a:t>
            </a:r>
            <a:r>
              <a:rPr lang="en-US" altLang="ko-KR" sz="1373" b="1" i="1">
                <a:solidFill>
                  <a:schemeClr val="tx1">
                    <a:lumMod val="75000"/>
                    <a:lumOff val="2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  <a:cs typeface="Arial" panose="020B0604020202020204" pitchFamily="34" charset="0"/>
              </a:rPr>
              <a:t>B2L Soft</a:t>
            </a:r>
            <a:r>
              <a:rPr lang="ko-KR" altLang="en-US" sz="1373" b="1" i="1">
                <a:solidFill>
                  <a:schemeClr val="tx1">
                    <a:lumMod val="75000"/>
                    <a:lumOff val="2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  <a:cs typeface="Arial" panose="020B0604020202020204" pitchFamily="34" charset="0"/>
              </a:rPr>
              <a:t>와 함께 시작하였습니다</a:t>
            </a:r>
            <a:r>
              <a:rPr lang="en-US" altLang="ko-KR" sz="1373" b="1" i="1">
                <a:solidFill>
                  <a:schemeClr val="tx1">
                    <a:lumMod val="75000"/>
                    <a:lumOff val="2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  <a:cs typeface="Arial" panose="020B0604020202020204" pitchFamily="34" charset="0"/>
              </a:rPr>
              <a:t>. </a:t>
            </a:r>
            <a:endParaRPr lang="ko-KR" altLang="en-US" sz="1373" b="1" i="1">
              <a:solidFill>
                <a:schemeClr val="tx1">
                  <a:lumMod val="75000"/>
                  <a:lumOff val="25000"/>
                </a:schemeClr>
              </a:solidFill>
              <a:latin typeface="휴먼편지체" panose="02030504000101010101" pitchFamily="18" charset="-127"/>
              <a:ea typeface="휴먼편지체" panose="02030504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2" name="직사각형 1"/>
          <p:cNvSpPr/>
          <p:nvPr userDrawn="1"/>
        </p:nvSpPr>
        <p:spPr>
          <a:xfrm>
            <a:off x="178211" y="6485566"/>
            <a:ext cx="4855414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eaLnBrk="1" hangingPunct="1">
              <a:defRPr/>
            </a:pPr>
            <a:r>
              <a:rPr kumimoji="0" lang="en-US" altLang="ko-KR" sz="1079" b="1" i="1">
                <a:solidFill>
                  <a:schemeClr val="bg2">
                    <a:lumMod val="50000"/>
                  </a:schemeClr>
                </a:solidFill>
                <a:latin typeface="+mn-lt"/>
                <a:ea typeface="맑은 고딕" panose="020B0503020000020004" pitchFamily="50" charset="-127"/>
              </a:rPr>
              <a:t>Business Simulation No.1 (</a:t>
            </a:r>
            <a:r>
              <a:rPr kumimoji="0" lang="ko-KR" altLang="en-US" sz="1079" b="1" i="1">
                <a:solidFill>
                  <a:schemeClr val="bg2">
                    <a:lumMod val="50000"/>
                  </a:schemeClr>
                </a:solidFill>
                <a:latin typeface="+mn-lt"/>
                <a:ea typeface="맑은 고딕" panose="020B0503020000020004" pitchFamily="50" charset="-127"/>
              </a:rPr>
              <a:t>주</a:t>
            </a:r>
            <a:r>
              <a:rPr kumimoji="0" lang="en-US" altLang="ko-KR" sz="1079" b="1" i="1">
                <a:solidFill>
                  <a:schemeClr val="bg2">
                    <a:lumMod val="50000"/>
                  </a:schemeClr>
                </a:solidFill>
                <a:latin typeface="+mn-lt"/>
                <a:ea typeface="맑은 고딕" panose="020B0503020000020004" pitchFamily="50" charset="-127"/>
              </a:rPr>
              <a:t>)</a:t>
            </a:r>
            <a:r>
              <a:rPr kumimoji="0" lang="ko-KR" altLang="en-US" sz="1079" b="1" i="1">
                <a:solidFill>
                  <a:schemeClr val="bg2">
                    <a:lumMod val="50000"/>
                  </a:schemeClr>
                </a:solidFill>
                <a:latin typeface="+mn-lt"/>
                <a:ea typeface="맑은 고딕" panose="020B0503020000020004" pitchFamily="50" charset="-127"/>
              </a:rPr>
              <a:t>비투엘소프트</a:t>
            </a:r>
            <a:endParaRPr kumimoji="0" lang="fr-FR" altLang="ko-KR" sz="1079" b="1" i="1">
              <a:solidFill>
                <a:schemeClr val="bg2">
                  <a:lumMod val="50000"/>
                </a:schemeClr>
              </a:solidFill>
              <a:latin typeface="+mn-lt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9990914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DEC9D4BC-9E1B-456C-A179-79FAA7EBBBE7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D3AB7D39-FA6B-4946-854D-1A3CF8791085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>
                  <a:solidFill>
                    <a:schemeClr val="tx2"/>
                  </a:solidFill>
                  <a:cs typeface="Arial" panose="020B0604020202020204" pitchFamily="34" charset="0"/>
                </a:rPr>
                <a:t>Primary colors</a:t>
              </a: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D380BFD3-72F6-4FE3-9AAD-0688D20EC3DF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06B1B746-EF6D-42A6-ADDC-C24E389C41BD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25BFF23C-7808-44F2-8CD2-D7721E4BD79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F81CB3C4-F6D1-4216-BCDB-0F1F64B1FAB5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156A37BA-A87F-4F50-A48A-9E2A34BA803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C62DAB4D-0F9E-4774-A78E-7000651102C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DE109F82-6CFB-4D4E-B2BE-BBECAE01536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A7E71D08-50F5-4F45-AFD7-FF82F8D3099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E460C979-F583-4148-805E-2A203FE680A5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293939D3-0FA1-43D0-B491-A4685CF0680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AE03805A-4629-4741-BAEE-93F7A8EAD5A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ACD31526-0925-4000-8D3A-47F6315F4423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A84AE32F-BE95-4143-B26D-C7C82669928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C0A9D868-4F8D-4D97-A9E1-4A8BBFDF956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F560B75F-6865-41E5-BB5C-9182E7985E5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9A4ADCCA-D02D-476C-B642-15F0D7D0743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8AB0401F-9685-4EF8-B6FE-82042A77AA45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63B3180F-FF64-4272-8A73-54F15DB733D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BAC47ABC-1C7B-48A0-890A-CAA4F5E6B326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BAC47ABC-1C7B-48A0-890A-CAA4F5E6B32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7"/>
            <a:ext cx="5036360" cy="21172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/>
            </a:lvl1pPr>
          </a:lstStyle>
          <a:p>
            <a:r>
              <a:rPr lang="ko-KR" altLang="en-US" noProof="0"/>
              <a:t>마스터 부제목 스타일 편집</a:t>
            </a:r>
            <a:endParaRPr lang="en-US" noProof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69" y="2886327"/>
            <a:ext cx="4246793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42500106"/>
      </p:ext>
    </p:extLst>
  </p:cSld>
  <p:clrMapOvr>
    <a:masterClrMapping/>
  </p:clrMapOvr>
  <p:transition/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19DCF7D-FA9A-47F4-8F3A-A19D3D0701E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19DCF7D-FA9A-47F4-8F3A-A19D3D0701E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1AE1A42F-6F4F-4D25-81A5-9B9DC4A2247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BCF64B0-51B7-4C5C-9408-76062819BDDE}"/>
              </a:ext>
            </a:extLst>
          </p:cNvPr>
          <p:cNvCxnSpPr/>
          <p:nvPr userDrawn="1"/>
        </p:nvCxnSpPr>
        <p:spPr>
          <a:xfrm>
            <a:off x="291814" y="692150"/>
            <a:ext cx="914138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9A13A676-CB09-4826-BF2B-8E906BBB0A06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  <a:defRPr/>
            </a:pPr>
            <a:fld id="{82B8AEC0-B83E-40DB-AD6F-658A91FC3A02}" type="slidenum">
              <a:rPr kumimoji="0" lang="en-US" altLang="ko-KR" sz="999" b="1" smtClean="0">
                <a:solidFill>
                  <a:schemeClr val="tx2"/>
                </a:solidFill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  <a:defRPr/>
              </a:pPr>
              <a:t>‹#›</a:t>
            </a:fld>
            <a:endParaRPr kumimoji="0" lang="en-US" altLang="ko-KR" sz="999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697" y="300116"/>
            <a:ext cx="8872141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0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/>
            </a:lvl1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  <a:endParaRPr lang="en-US" noProof="0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61A37CC-0F32-434D-AAFC-64E65C9D098A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AD1C51-BA4D-43CD-8D3E-02CBF2D9B1B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B002A7C-C287-44B7-9C30-2B39E88AAF56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92413480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8C2B016F-E06B-4903-B30A-9F3E01F075B9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8C2B016F-E06B-4903-B30A-9F3E01F075B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5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811296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8057C2BE-217F-4D35-A566-2024B0CBAB8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8057C2BE-217F-4D35-A566-2024B0CBAB8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492D0B5F-F14E-483F-87C5-113DE909FA5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1"/>
            <a:ext cx="874490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7B69E585-4B44-45B8-A967-F3A860758E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5E240E4B-D40C-4BC7-96C2-605D1195513F}" type="datetime1">
              <a:rPr lang="ko-KR" altLang="en-US"/>
              <a:pPr>
                <a:defRPr/>
              </a:pPr>
              <a:t>2026-08-12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A997CC59-02A6-4249-8DFB-AB7C5F6E1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5FAC651-2517-4CF5-9C8A-B17B9D0EB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F6D9E9E5-227D-4060-A023-9204A10E771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363024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9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DB82723C-7B4A-4D9C-98D9-852702FB20E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DB82723C-7B4A-4D9C-98D9-852702FB20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2AB36869-7D72-4446-9129-7A408523F50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1"/>
            <a:ext cx="874490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764E3662-E05E-453E-A150-0DC4018D6E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FB401A5A-14A3-4A7E-8ABE-A6443683F324}" type="datetime1">
              <a:rPr lang="ko-KR" altLang="en-US"/>
              <a:pPr>
                <a:defRPr/>
              </a:pPr>
              <a:t>2026-08-12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717948CD-990E-48DC-90D4-F9842E7CD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47977ACE-4258-4ED3-9B92-498F2B2AD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75B3A91B-F501-467F-852F-68DB3D73544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389013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간지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15021F70-E4EC-4923-8FF0-519F7A1BD28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15021F70-E4EC-4923-8FF0-519F7A1BD28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DDCCD258-9952-4AA2-923D-43E26ADD812C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rgbClr val="002776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cxnSp>
        <p:nvCxnSpPr>
          <p:cNvPr id="6" name="Shape 4">
            <a:extLst>
              <a:ext uri="{FF2B5EF4-FFF2-40B4-BE49-F238E27FC236}">
                <a16:creationId xmlns:a16="http://schemas.microsoft.com/office/drawing/2014/main" id="{6217DC71-542C-4F6C-8CA9-1A4F00CF287B}"/>
              </a:ext>
            </a:extLst>
          </p:cNvPr>
          <p:cNvCxnSpPr/>
          <p:nvPr userDrawn="1"/>
        </p:nvCxnSpPr>
        <p:spPr>
          <a:xfrm rot="5400000" flipH="1" flipV="1">
            <a:off x="4978991" y="-3960205"/>
            <a:ext cx="173037" cy="9334873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85775" y="694560"/>
            <a:ext cx="8743950" cy="566936"/>
          </a:xfrm>
        </p:spPr>
        <p:txBody>
          <a:bodyPr>
            <a:noAutofit/>
          </a:bodyPr>
          <a:lstStyle>
            <a:lvl1pPr algn="l">
              <a:defRPr sz="2398" b="1" i="1">
                <a:solidFill>
                  <a:srgbClr val="0070C0"/>
                </a:solidFill>
                <a:latin typeface="Georgi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7399939" y="1903184"/>
            <a:ext cx="1730618" cy="4248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1868" i="1">
                <a:solidFill>
                  <a:srgbClr val="0070C0"/>
                </a:solidFill>
                <a:latin typeface="Georgia" pitchFamily="18" charset="0"/>
              </a:defRPr>
            </a:lvl1pPr>
            <a:lvl2pPr>
              <a:buNone/>
              <a:defRPr sz="4396"/>
            </a:lvl2pPr>
            <a:lvl3pPr>
              <a:buNone/>
              <a:defRPr sz="4396"/>
            </a:lvl3pPr>
            <a:lvl4pPr>
              <a:buNone/>
              <a:defRPr sz="4396"/>
            </a:lvl4pPr>
            <a:lvl5pPr>
              <a:buNone/>
              <a:defRPr sz="4396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75931822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5" name="그림 2" descr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9" y="7828"/>
            <a:ext cx="9725026" cy="675868"/>
          </a:xfrm>
          <a:prstGeom prst="rect">
            <a:avLst/>
          </a:prstGeom>
          <a:ln w="12700">
            <a:miter lim="400000"/>
          </a:ln>
        </p:spPr>
      </p:pic>
      <p:sp>
        <p:nvSpPr>
          <p:cNvPr id="1336" name="제목 텍스트"/>
          <p:cNvSpPr txBox="1">
            <a:spLocks noGrp="1"/>
          </p:cNvSpPr>
          <p:nvPr>
            <p:ph type="title"/>
          </p:nvPr>
        </p:nvSpPr>
        <p:spPr>
          <a:xfrm>
            <a:off x="186345" y="162587"/>
            <a:ext cx="8131369" cy="379149"/>
          </a:xfrm>
          <a:prstGeom prst="rect">
            <a:avLst/>
          </a:prstGeom>
        </p:spPr>
        <p:txBody>
          <a:bodyPr lIns="45719" tIns="45719" rIns="45719" bIns="45719" anchor="ctr"/>
          <a:lstStyle>
            <a:lvl1pPr defTabSz="913486">
              <a:lnSpc>
                <a:spcPct val="100000"/>
              </a:lnSpc>
              <a:defRPr sz="1998">
                <a:ln w="9525" cap="flat">
                  <a:solidFill>
                    <a:srgbClr val="284D76">
                      <a:alpha val="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</a:defRPr>
            </a:lvl1pPr>
          </a:lstStyle>
          <a:p>
            <a:r>
              <a:t>제목 텍스트</a:t>
            </a:r>
          </a:p>
        </p:txBody>
      </p:sp>
      <p:sp>
        <p:nvSpPr>
          <p:cNvPr id="1337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9334326" y="6557447"/>
            <a:ext cx="231277" cy="231141"/>
          </a:xfrm>
          <a:prstGeom prst="rect">
            <a:avLst/>
          </a:prstGeom>
        </p:spPr>
        <p:txBody>
          <a:bodyPr lIns="45719" tIns="45719" rIns="45719" bIns="45719" anchor="ctr"/>
          <a:lstStyle>
            <a:lvl1pPr algn="r" defTabSz="896950">
              <a:lnSpc>
                <a:spcPct val="100000"/>
              </a:lnSpc>
              <a:defRPr sz="899" b="0">
                <a:solidFill>
                  <a:srgbClr val="808080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1338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240825" y="852319"/>
            <a:ext cx="9296590" cy="305982"/>
          </a:xfrm>
          <a:prstGeom prst="rect">
            <a:avLst/>
          </a:prstGeom>
        </p:spPr>
        <p:txBody>
          <a:bodyPr lIns="45719" tIns="45719" rIns="45719" bIns="45719"/>
          <a:lstStyle>
            <a:lvl1pPr marL="177521" indent="-177521" defTabSz="913486">
              <a:lnSpc>
                <a:spcPct val="120000"/>
              </a:lnSpc>
              <a:spcBef>
                <a:spcPts val="200"/>
              </a:spcBef>
              <a:buSzPct val="100000"/>
              <a:buFont typeface="Arial"/>
              <a:buChar char="•"/>
              <a:defRPr sz="1199">
                <a:solidFill>
                  <a:srgbClr val="000000"/>
                </a:solidFill>
              </a:defRPr>
            </a:lvl1pPr>
            <a:lvl2pPr marL="569938" indent="-121462" defTabSz="913486">
              <a:lnSpc>
                <a:spcPct val="120000"/>
              </a:lnSpc>
              <a:spcBef>
                <a:spcPts val="200"/>
              </a:spcBef>
              <a:buFont typeface="Arial"/>
              <a:defRPr sz="1199">
                <a:solidFill>
                  <a:srgbClr val="000000"/>
                </a:solidFill>
              </a:defRPr>
            </a:lvl2pPr>
            <a:lvl3pPr marL="1045405" indent="-148453" defTabSz="913486">
              <a:lnSpc>
                <a:spcPct val="120000"/>
              </a:lnSpc>
              <a:spcBef>
                <a:spcPts val="200"/>
              </a:spcBef>
              <a:buFont typeface="Arial"/>
              <a:buChar char="•"/>
              <a:defRPr sz="1199">
                <a:solidFill>
                  <a:srgbClr val="000000"/>
                </a:solidFill>
              </a:defRPr>
            </a:lvl3pPr>
            <a:lvl4pPr marL="1493881" indent="-148453" defTabSz="913486">
              <a:lnSpc>
                <a:spcPct val="120000"/>
              </a:lnSpc>
              <a:spcBef>
                <a:spcPts val="200"/>
              </a:spcBef>
              <a:buFont typeface="Arial"/>
              <a:defRPr sz="1199">
                <a:solidFill>
                  <a:srgbClr val="000000"/>
                </a:solidFill>
              </a:defRPr>
            </a:lvl4pPr>
            <a:lvl5pPr marL="1942357" indent="-148453" defTabSz="913486">
              <a:lnSpc>
                <a:spcPct val="120000"/>
              </a:lnSpc>
              <a:spcBef>
                <a:spcPts val="200"/>
              </a:spcBef>
              <a:buFont typeface="Arial"/>
              <a:buChar char="•"/>
              <a:defRPr sz="1199">
                <a:solidFill>
                  <a:srgbClr val="000000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pic>
        <p:nvPicPr>
          <p:cNvPr id="1339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432" y="495052"/>
            <a:ext cx="996905" cy="31728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668494441"/>
      </p:ext>
    </p:extLst>
  </p:cSld>
  <p:clrMapOvr>
    <a:masterClrMapping/>
  </p:clrMapOvr>
  <p:transition spd="med"/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1001">
            <a:extLst>
              <a:ext uri="{FF2B5EF4-FFF2-40B4-BE49-F238E27FC236}">
                <a16:creationId xmlns:a16="http://schemas.microsoft.com/office/drawing/2014/main" id="{4874BC4C-FBFE-414E-B869-5C7C780E9159}"/>
              </a:ext>
            </a:extLst>
          </p:cNvPr>
          <p:cNvGrpSpPr/>
          <p:nvPr userDrawn="1"/>
        </p:nvGrpSpPr>
        <p:grpSpPr>
          <a:xfrm>
            <a:off x="675928" y="570613"/>
            <a:ext cx="8272506" cy="13971"/>
            <a:chOff x="1703413" y="1130239"/>
            <a:chExt cx="15571775" cy="20956"/>
          </a:xfrm>
        </p:grpSpPr>
        <p:pic>
          <p:nvPicPr>
            <p:cNvPr id="8" name="Object 2">
              <a:extLst>
                <a:ext uri="{FF2B5EF4-FFF2-40B4-BE49-F238E27FC236}">
                  <a16:creationId xmlns:a16="http://schemas.microsoft.com/office/drawing/2014/main" id="{3E8075FE-7D3C-4E40-BB4E-EB211F239C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0800000">
              <a:off x="1703413" y="1130239"/>
              <a:ext cx="15571775" cy="20956"/>
            </a:xfrm>
            <a:prstGeom prst="rect">
              <a:avLst/>
            </a:prstGeom>
          </p:spPr>
        </p:pic>
      </p:grpSp>
      <p:grpSp>
        <p:nvGrpSpPr>
          <p:cNvPr id="9" name="그룹 1002">
            <a:extLst>
              <a:ext uri="{FF2B5EF4-FFF2-40B4-BE49-F238E27FC236}">
                <a16:creationId xmlns:a16="http://schemas.microsoft.com/office/drawing/2014/main" id="{F0B49DC5-16CF-467A-92D3-C2FF2FB05D80}"/>
              </a:ext>
            </a:extLst>
          </p:cNvPr>
          <p:cNvGrpSpPr/>
          <p:nvPr userDrawn="1"/>
        </p:nvGrpSpPr>
        <p:grpSpPr>
          <a:xfrm>
            <a:off x="307832" y="545850"/>
            <a:ext cx="1012970" cy="63492"/>
            <a:chOff x="1010526" y="1093098"/>
            <a:chExt cx="1906767" cy="95238"/>
          </a:xfrm>
        </p:grpSpPr>
        <p:pic>
          <p:nvPicPr>
            <p:cNvPr id="10" name="Object 5">
              <a:extLst>
                <a:ext uri="{FF2B5EF4-FFF2-40B4-BE49-F238E27FC236}">
                  <a16:creationId xmlns:a16="http://schemas.microsoft.com/office/drawing/2014/main" id="{CDCC419D-B5EE-43CC-B131-97FC73717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10800000">
              <a:off x="1010526" y="1093098"/>
              <a:ext cx="1906767" cy="95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843729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7264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/>
          <p:cNvSpPr/>
          <p:nvPr userDrawn="1"/>
        </p:nvSpPr>
        <p:spPr>
          <a:xfrm>
            <a:off x="4836008" y="6641607"/>
            <a:ext cx="4855414" cy="2508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eaLnBrk="1" hangingPunct="1">
              <a:defRPr/>
            </a:pPr>
            <a:r>
              <a:rPr kumimoji="0" lang="en-US" altLang="ko-KR" sz="1030" b="1" i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Business Simulation No.1 (</a:t>
            </a:r>
            <a:r>
              <a:rPr kumimoji="0" lang="ko-KR" altLang="en-US" sz="1030" b="1" i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</a:t>
            </a:r>
            <a:r>
              <a:rPr kumimoji="0" lang="en-US" altLang="ko-KR" sz="1030" b="1" i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kumimoji="0" lang="ko-KR" altLang="en-US" sz="1030" b="1" i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비투엘소프트</a:t>
            </a:r>
            <a:endParaRPr kumimoji="0" lang="fr-FR" altLang="ko-KR" sz="1030" b="1" i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9" name="Straight Connector 1408"/>
          <p:cNvCxnSpPr/>
          <p:nvPr userDrawn="1"/>
        </p:nvCxnSpPr>
        <p:spPr>
          <a:xfrm flipH="1">
            <a:off x="7462398" y="3293986"/>
            <a:ext cx="1500984" cy="315035"/>
          </a:xfrm>
          <a:prstGeom prst="line">
            <a:avLst/>
          </a:prstGeom>
          <a:ln>
            <a:solidFill>
              <a:srgbClr val="BA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1408"/>
          <p:cNvCxnSpPr/>
          <p:nvPr userDrawn="1"/>
        </p:nvCxnSpPr>
        <p:spPr>
          <a:xfrm flipH="1" flipV="1">
            <a:off x="8345330" y="2483895"/>
            <a:ext cx="618052" cy="765086"/>
          </a:xfrm>
          <a:prstGeom prst="line">
            <a:avLst/>
          </a:prstGeom>
          <a:ln>
            <a:solidFill>
              <a:srgbClr val="BA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6721948" y="5973397"/>
            <a:ext cx="27370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17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한국 경영 시뮬레이션 교육 센터</a:t>
            </a:r>
            <a:endParaRPr lang="en-US" altLang="ko-KR" sz="1177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17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en-US" altLang="ko-KR" sz="117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   (</a:t>
            </a:r>
            <a:r>
              <a:rPr lang="en-US" altLang="ko-KR" sz="1177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www.bsgcampus.co.kr)</a:t>
            </a:r>
          </a:p>
        </p:txBody>
      </p:sp>
      <p:pic>
        <p:nvPicPr>
          <p:cNvPr id="9" name="Picture 16"/>
          <p:cNvPicPr preferRelativeResize="0">
            <a:picLocks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9407" y="2773292"/>
            <a:ext cx="1942450" cy="1980220"/>
          </a:xfrm>
          <a:prstGeom prst="ellipse">
            <a:avLst/>
          </a:prstGeom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prstMaterial="matte"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0" name="Rounded Rectangle 1404"/>
          <p:cNvSpPr/>
          <p:nvPr userDrawn="1"/>
        </p:nvSpPr>
        <p:spPr>
          <a:xfrm flipV="1">
            <a:off x="8786796" y="3023955"/>
            <a:ext cx="494442" cy="493302"/>
          </a:xfrm>
          <a:prstGeom prst="roundRect">
            <a:avLst>
              <a:gd name="adj" fmla="val 50000"/>
            </a:avLst>
          </a:prstGeom>
          <a:solidFill>
            <a:srgbClr val="8CC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367" tIns="41184" rIns="82367" bIns="41184" rtlCol="0" anchor="ctr"/>
          <a:lstStyle/>
          <a:p>
            <a:pPr algn="ctr"/>
            <a:endParaRPr lang="en-GB" sz="1864" dirty="0">
              <a:latin typeface="맑은 고딕" panose="020B0503020000020004" pitchFamily="50" charset="-127"/>
            </a:endParaRPr>
          </a:p>
        </p:txBody>
      </p:sp>
      <p:pic>
        <p:nvPicPr>
          <p:cNvPr id="12" name="Picture 21" descr="http://bsgcampus.co.kr/wp/wp-content/uploads/2016/03/cb036096813-495x400.jpg"/>
          <p:cNvPicPr preferRelativeResize="0">
            <a:picLocks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7037" y="3834045"/>
            <a:ext cx="1127031" cy="1148944"/>
          </a:xfrm>
          <a:prstGeom prst="ellipse">
            <a:avLst/>
          </a:prstGeom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prstMaterial="matte"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자유형 7"/>
          <p:cNvSpPr/>
          <p:nvPr userDrawn="1"/>
        </p:nvSpPr>
        <p:spPr>
          <a:xfrm>
            <a:off x="6490260" y="370937"/>
            <a:ext cx="2191627" cy="1768415"/>
          </a:xfrm>
          <a:custGeom>
            <a:avLst/>
            <a:gdLst>
              <a:gd name="connsiteX0" fmla="*/ 1630393 w 2234242"/>
              <a:gd name="connsiteY0" fmla="*/ 1768415 h 1768415"/>
              <a:gd name="connsiteX1" fmla="*/ 0 w 2234242"/>
              <a:gd name="connsiteY1" fmla="*/ 1319841 h 1768415"/>
              <a:gd name="connsiteX2" fmla="*/ 2234242 w 2234242"/>
              <a:gd name="connsiteY2" fmla="*/ 0 h 1768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34242" h="1768415">
                <a:moveTo>
                  <a:pt x="1630393" y="1768415"/>
                </a:moveTo>
                <a:lnTo>
                  <a:pt x="0" y="1319841"/>
                </a:lnTo>
                <a:lnTo>
                  <a:pt x="2234242" y="0"/>
                </a:lnTo>
              </a:path>
            </a:pathLst>
          </a:custGeom>
          <a:ln>
            <a:solidFill>
              <a:srgbClr val="BAE2EA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64" dirty="0">
              <a:latin typeface="맑은 고딕" panose="020B0503020000020004" pitchFamily="50" charset="-127"/>
            </a:endParaRPr>
          </a:p>
        </p:txBody>
      </p:sp>
      <p:pic>
        <p:nvPicPr>
          <p:cNvPr id="10" name="Picture 17"/>
          <p:cNvPicPr preferRelativeResize="0">
            <a:picLocks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147" y="1268760"/>
            <a:ext cx="971225" cy="990110"/>
          </a:xfrm>
          <a:prstGeom prst="ellipse">
            <a:avLst/>
          </a:prstGeom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prstMaterial="matte"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1" name="Picture 19" descr="http://bsgcampus.co.kr/wp/wp-content/uploads/2016/03/cb036118298-495x400.jpg"/>
          <p:cNvPicPr preferRelativeResize="0">
            <a:picLocks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5571" y="1493785"/>
            <a:ext cx="1236340" cy="126038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threePt" dir="t"/>
          </a:scene3d>
          <a:sp3d prstMaterial="matte"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1625088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6161" y="207036"/>
            <a:ext cx="8123404" cy="379148"/>
          </a:xfrm>
          <a:prstGeom prst="rect">
            <a:avLst/>
          </a:prstGeom>
        </p:spPr>
        <p:txBody>
          <a:bodyPr anchor="ctr"/>
          <a:lstStyle>
            <a:lvl1pPr latinLnBrk="0">
              <a:lnSpc>
                <a:spcPct val="100000"/>
              </a:lnSpc>
              <a:defRPr sz="2158" b="0">
                <a:ln>
                  <a:solidFill>
                    <a:srgbClr val="284D76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effectLst/>
                <a:latin typeface="맑은 고딕" panose="020B0503020000020004" pitchFamily="50" charset="-127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Slide Number Placeholder 9"/>
          <p:cNvSpPr>
            <a:spLocks/>
          </p:cNvSpPr>
          <p:nvPr userDrawn="1"/>
        </p:nvSpPr>
        <p:spPr bwMode="auto">
          <a:xfrm>
            <a:off x="9237092" y="6594475"/>
            <a:ext cx="409206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lnSpc>
                <a:spcPts val="1177"/>
              </a:lnSpc>
            </a:pPr>
            <a:endParaRPr lang="en-US" altLang="ko-KR" sz="103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195870" y="646042"/>
            <a:ext cx="8117057" cy="0"/>
          </a:xfrm>
          <a:prstGeom prst="line">
            <a:avLst/>
          </a:prstGeom>
          <a:ln w="19050" cap="flat" cmpd="sng" algn="ctr">
            <a:solidFill>
              <a:srgbClr val="E2E2E2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" descr="http://b2lsoft.co.kr/wp/wp-content/uploads/2015/05/logo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1107" y="402188"/>
            <a:ext cx="1222254" cy="389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텍스트 개체 틀 23"/>
          <p:cNvSpPr>
            <a:spLocks noGrp="1"/>
          </p:cNvSpPr>
          <p:nvPr>
            <p:ph type="body" sz="quarter" idx="10"/>
          </p:nvPr>
        </p:nvSpPr>
        <p:spPr>
          <a:xfrm>
            <a:off x="453023" y="712946"/>
            <a:ext cx="7726675" cy="287719"/>
          </a:xfrm>
          <a:prstGeom prst="rect">
            <a:avLst/>
          </a:prstGeom>
        </p:spPr>
        <p:txBody>
          <a:bodyPr anchor="ctr"/>
          <a:lstStyle>
            <a:lvl1pPr marL="0" indent="0" latinLnBrk="0">
              <a:spcBef>
                <a:spcPts val="0"/>
              </a:spcBef>
              <a:buNone/>
              <a:defRPr sz="1373" b="1" i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+mj-ea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5" name="직사각형 24"/>
          <p:cNvSpPr/>
          <p:nvPr userDrawn="1"/>
        </p:nvSpPr>
        <p:spPr>
          <a:xfrm>
            <a:off x="9003440" y="6597352"/>
            <a:ext cx="552793" cy="1513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r" defTabSz="89693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56A9CC-F40B-4332-834C-06A5698A38B6}" type="slidenum">
              <a:rPr lang="en-US" altLang="ko-KR" sz="981" b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pPr marL="0" marR="0" indent="0" algn="r" defTabSz="89693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81" b="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26" name="Picture 14" descr="https://d30y9cdsu7xlg0.cloudfront.net/png/20505-200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68" y="736515"/>
            <a:ext cx="229941" cy="229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텍스트 개체 틀 27"/>
          <p:cNvSpPr>
            <a:spLocks noGrp="1"/>
          </p:cNvSpPr>
          <p:nvPr>
            <p:ph type="body" sz="quarter" idx="11"/>
          </p:nvPr>
        </p:nvSpPr>
        <p:spPr>
          <a:xfrm>
            <a:off x="240589" y="1084245"/>
            <a:ext cx="9287485" cy="327782"/>
          </a:xfrm>
          <a:prstGeom prst="rect">
            <a:avLst/>
          </a:prstGeom>
        </p:spPr>
        <p:txBody>
          <a:bodyPr>
            <a:spAutoFit/>
          </a:bodyPr>
          <a:lstStyle>
            <a:lvl1pPr marL="177518" indent="-177518" latinLnBrk="0">
              <a:lnSpc>
                <a:spcPct val="120000"/>
              </a:lnSpc>
              <a:spcBef>
                <a:spcPts val="294"/>
              </a:spcBef>
              <a:defRPr sz="1275" b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+mj-ea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932815807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384" y="7829"/>
            <a:ext cx="9715500" cy="675866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6161" y="162586"/>
            <a:ext cx="8123404" cy="379148"/>
          </a:xfrm>
          <a:prstGeom prst="rect">
            <a:avLst/>
          </a:prstGeom>
        </p:spPr>
        <p:txBody>
          <a:bodyPr anchor="ctr"/>
          <a:lstStyle>
            <a:lvl1pPr latinLnBrk="0">
              <a:lnSpc>
                <a:spcPct val="100000"/>
              </a:lnSpc>
              <a:defRPr sz="2060" b="1">
                <a:ln>
                  <a:solidFill>
                    <a:srgbClr val="284D7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Slide Number Placeholder 9"/>
          <p:cNvSpPr>
            <a:spLocks/>
          </p:cNvSpPr>
          <p:nvPr userDrawn="1"/>
        </p:nvSpPr>
        <p:spPr bwMode="auto">
          <a:xfrm>
            <a:off x="9237092" y="6594475"/>
            <a:ext cx="409206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lnSpc>
                <a:spcPts val="1177"/>
              </a:lnSpc>
            </a:pPr>
            <a:endParaRPr lang="en-US" altLang="ko-KR" sz="103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5" name="직사각형 24"/>
          <p:cNvSpPr/>
          <p:nvPr userDrawn="1"/>
        </p:nvSpPr>
        <p:spPr>
          <a:xfrm>
            <a:off x="9003440" y="6597352"/>
            <a:ext cx="552793" cy="1513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r" defTabSz="89693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56A9CC-F40B-4332-834C-06A5698A38B6}" type="slidenum">
              <a:rPr lang="en-US" altLang="ko-KR" sz="981" b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pPr marL="0" marR="0" indent="0" algn="r" defTabSz="89693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81" b="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8" name="텍스트 개체 틀 27"/>
          <p:cNvSpPr>
            <a:spLocks noGrp="1"/>
          </p:cNvSpPr>
          <p:nvPr>
            <p:ph type="body" sz="quarter" idx="11"/>
          </p:nvPr>
        </p:nvSpPr>
        <p:spPr>
          <a:xfrm>
            <a:off x="240589" y="852319"/>
            <a:ext cx="9287485" cy="327782"/>
          </a:xfrm>
          <a:prstGeom prst="rect">
            <a:avLst/>
          </a:prstGeom>
        </p:spPr>
        <p:txBody>
          <a:bodyPr>
            <a:spAutoFit/>
          </a:bodyPr>
          <a:lstStyle>
            <a:lvl1pPr marL="177518" indent="-177518" latinLnBrk="0">
              <a:lnSpc>
                <a:spcPct val="120000"/>
              </a:lnSpc>
              <a:spcBef>
                <a:spcPts val="294"/>
              </a:spcBef>
              <a:defRPr sz="1275" b="0">
                <a:latin typeface="맑은 고딕" panose="020B0503020000020004" pitchFamily="50" charset="-127"/>
                <a:ea typeface="+mj-ea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pic>
        <p:nvPicPr>
          <p:cNvPr id="17" name="Picture 2" descr="http://b2lsoft.co.kr/wp/wp-content/uploads/2015/05/logo1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8972" y="495050"/>
            <a:ext cx="995928" cy="31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7974240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 descr="shutterstock_631218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9041" y="483080"/>
            <a:ext cx="1614834" cy="1235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Rectangle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722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0" imgH="0" progId="">
                  <p:embed/>
                </p:oleObj>
              </mc:Choice>
              <mc:Fallback>
                <p:oleObj name="think-cell Slide" r:id="rId5" imgW="0" imgH="0" progId="">
                  <p:embed/>
                  <p:pic>
                    <p:nvPicPr>
                      <p:cNvPr id="2" name="Rectangle 1" hidden="1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722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816" y="6597921"/>
            <a:ext cx="2457294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04"/>
              </a:lnSpc>
              <a:defRPr/>
            </a:pPr>
            <a:r>
              <a:rPr kumimoji="0" lang="en-US" altLang="ko-KR" sz="785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pic>
        <p:nvPicPr>
          <p:cNvPr id="7" name="Picture 6"/>
          <p:cNvPicPr>
            <a:picLocks noChangeAspect="1" noChangeArrowheads="1"/>
          </p:cNvPicPr>
          <p:nvPr userDrawn="1"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23" t="18471" r="7626"/>
          <a:stretch>
            <a:fillRect/>
          </a:stretch>
        </p:blipFill>
        <p:spPr bwMode="auto">
          <a:xfrm>
            <a:off x="691090" y="2884370"/>
            <a:ext cx="2896016" cy="645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793846" y="1191278"/>
            <a:ext cx="32436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1962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+mn-ea"/>
                <a:cs typeface="Arial" panose="020B0604020202020204" pitchFamily="34" charset="0"/>
              </a:rPr>
              <a:t>TABLE OF CONTENTS</a:t>
            </a:r>
          </a:p>
        </p:txBody>
      </p:sp>
      <p:sp>
        <p:nvSpPr>
          <p:cNvPr id="12" name="Rectangle 6"/>
          <p:cNvSpPr>
            <a:spLocks noChangeArrowheads="1"/>
          </p:cNvSpPr>
          <p:nvPr userDrawn="1"/>
        </p:nvSpPr>
        <p:spPr bwMode="auto">
          <a:xfrm>
            <a:off x="2404011" y="1628800"/>
            <a:ext cx="7309863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176" b="0" kern="0" dirty="0">
              <a:solidFill>
                <a:srgbClr val="000000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 userDrawn="1"/>
        </p:nvSpPr>
        <p:spPr bwMode="auto">
          <a:xfrm>
            <a:off x="877936" y="1628800"/>
            <a:ext cx="1526076" cy="762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176" b="0" kern="0" dirty="0">
              <a:solidFill>
                <a:srgbClr val="000000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Text Box 22"/>
          <p:cNvSpPr txBox="1">
            <a:spLocks noChangeArrowheads="1"/>
          </p:cNvSpPr>
          <p:nvPr userDrawn="1"/>
        </p:nvSpPr>
        <p:spPr bwMode="auto">
          <a:xfrm>
            <a:off x="796377" y="1764648"/>
            <a:ext cx="7108712" cy="39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0975" indent="-180975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lang="en-US" altLang="ko-KR" sz="1962" dirty="0">
                <a:solidFill>
                  <a:srgbClr val="00A74E"/>
                </a:solidFill>
                <a:latin typeface="맑은 고딕" panose="020B0503020000020004" pitchFamily="50" charset="-127"/>
                <a:ea typeface="+mn-ea"/>
                <a:cs typeface="Arial" panose="020B0604020202020204" pitchFamily="34" charset="0"/>
              </a:rPr>
              <a:t>Business Simulation </a:t>
            </a:r>
            <a:r>
              <a:rPr lang="ko-KR" altLang="en-US" sz="1962" dirty="0">
                <a:solidFill>
                  <a:srgbClr val="00A74E"/>
                </a:solidFill>
                <a:latin typeface="맑은 고딕" panose="020B0503020000020004" pitchFamily="50" charset="-127"/>
                <a:ea typeface="+mn-ea"/>
                <a:cs typeface="Arial" panose="020B0604020202020204" pitchFamily="34" charset="0"/>
              </a:rPr>
              <a:t>교육 제안서</a:t>
            </a:r>
          </a:p>
        </p:txBody>
      </p:sp>
    </p:spTree>
    <p:extLst>
      <p:ext uri="{BB962C8B-B14F-4D97-AF65-F5344CB8AC3E}">
        <p14:creationId xmlns:p14="http://schemas.microsoft.com/office/powerpoint/2010/main" val="3342853139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722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722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816" y="6597921"/>
            <a:ext cx="2457294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04"/>
              </a:lnSpc>
              <a:defRPr/>
            </a:pPr>
            <a:r>
              <a:rPr kumimoji="0" lang="en-US" altLang="ko-KR" sz="785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pic>
        <p:nvPicPr>
          <p:cNvPr id="265218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7" y="2303876"/>
            <a:ext cx="9693866" cy="1280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3073124" y="2618911"/>
            <a:ext cx="6536465" cy="765085"/>
          </a:xfrm>
          <a:prstGeom prst="rect">
            <a:avLst/>
          </a:prstGeom>
        </p:spPr>
        <p:txBody>
          <a:bodyPr anchor="ctr"/>
          <a:lstStyle>
            <a:lvl1pPr>
              <a:defRPr sz="2747" b="1">
                <a:ln>
                  <a:solidFill>
                    <a:srgbClr val="AD0407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3" name="Text Box 22"/>
          <p:cNvSpPr txBox="1">
            <a:spLocks noChangeArrowheads="1"/>
          </p:cNvSpPr>
          <p:nvPr userDrawn="1"/>
        </p:nvSpPr>
        <p:spPr bwMode="auto">
          <a:xfrm>
            <a:off x="2612897" y="1845199"/>
            <a:ext cx="4856125" cy="39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0975" indent="-180975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177518" indent="-177518" algn="l" rtl="0" eaLnBrk="1" fontAlgn="base" hangingPunct="1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kumimoji="1" lang="en-US" altLang="ko-KR" sz="1962" b="1" kern="1200" dirty="0">
                <a:solidFill>
                  <a:srgbClr val="00A74E"/>
                </a:solidFill>
                <a:latin typeface="맑은 고딕" panose="020B0503020000020004" pitchFamily="50" charset="-127"/>
                <a:ea typeface="+mn-ea"/>
                <a:cs typeface="Arial" panose="020B0604020202020204" pitchFamily="34" charset="0"/>
              </a:rPr>
              <a:t>Business Simulation </a:t>
            </a:r>
            <a:r>
              <a:rPr kumimoji="1" lang="ko-KR" altLang="en-US" sz="1962" b="1" kern="1200" dirty="0">
                <a:solidFill>
                  <a:srgbClr val="00A74E"/>
                </a:solidFill>
                <a:latin typeface="맑은 고딕" panose="020B0503020000020004" pitchFamily="50" charset="-127"/>
                <a:ea typeface="+mn-ea"/>
                <a:cs typeface="Arial" panose="020B0604020202020204" pitchFamily="34" charset="0"/>
              </a:rPr>
              <a:t>교육 제안서</a:t>
            </a:r>
          </a:p>
        </p:txBody>
      </p:sp>
    </p:spTree>
    <p:extLst>
      <p:ext uri="{BB962C8B-B14F-4D97-AF65-F5344CB8AC3E}">
        <p14:creationId xmlns:p14="http://schemas.microsoft.com/office/powerpoint/2010/main" val="3563400466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126" name="Picture 6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3" y="1536056"/>
            <a:ext cx="9706157" cy="2613025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Rectangle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722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0" imgH="0" progId="">
                  <p:embed/>
                </p:oleObj>
              </mc:Choice>
              <mc:Fallback>
                <p:oleObj name="think-cell Slide" r:id="rId5" imgW="0" imgH="0" progId="">
                  <p:embed/>
                  <p:pic>
                    <p:nvPicPr>
                      <p:cNvPr id="2" name="Rectangle 1" hidden="1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722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816" y="6597921"/>
            <a:ext cx="2457294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04"/>
              </a:lnSpc>
              <a:defRPr/>
            </a:pPr>
            <a:r>
              <a:rPr kumimoji="0" lang="en-US" altLang="ko-KR" sz="785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5" name="TextBox 2"/>
          <p:cNvSpPr txBox="1">
            <a:spLocks noChangeArrowheads="1"/>
          </p:cNvSpPr>
          <p:nvPr userDrawn="1"/>
        </p:nvSpPr>
        <p:spPr bwMode="auto">
          <a:xfrm>
            <a:off x="2689059" y="3303917"/>
            <a:ext cx="4377348" cy="807089"/>
          </a:xfrm>
          <a:prstGeom prst="rect">
            <a:avLst/>
          </a:prstGeom>
          <a:noFill/>
          <a:ln>
            <a:noFill/>
          </a:ln>
        </p:spPr>
        <p:txBody>
          <a:bodyPr lIns="35297" rIns="35297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buFont typeface="Wingdings" pitchFamily="2" charset="2"/>
              <a:buNone/>
              <a:defRPr/>
            </a:pPr>
            <a:r>
              <a:rPr lang="en-US" altLang="ko-KR" sz="6474" b="0" cap="none" spc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anose="020B0503020000020004" pitchFamily="50" charset="-127"/>
                <a:cs typeface="Arial" panose="020B0604020202020204" pitchFamily="34" charset="0"/>
              </a:rPr>
              <a:t>Thank You</a:t>
            </a:r>
            <a:endParaRPr lang="ko-KR" altLang="en-US" sz="6474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 userDrawn="1"/>
        </p:nvSpPr>
        <p:spPr bwMode="auto">
          <a:xfrm>
            <a:off x="1769049" y="4221088"/>
            <a:ext cx="6166594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857" tIns="47427" rIns="94857" bIns="47427" anchor="ctr">
            <a:spAutoFit/>
          </a:bodyPr>
          <a:lstStyle>
            <a:lvl1pPr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fontAlgn="ctr">
              <a:spcBef>
                <a:spcPct val="50000"/>
              </a:spcBef>
            </a:pPr>
            <a:r>
              <a:rPr lang="ko-KR" altLang="en-US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㈜</a:t>
            </a:r>
            <a:r>
              <a:rPr lang="en-US" altLang="ko-KR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B2L Soft</a:t>
            </a:r>
            <a:r>
              <a:rPr lang="ko-KR" altLang="en-US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는 귀사의 </a:t>
            </a:r>
            <a:r>
              <a:rPr lang="ko-KR" altLang="ko-KR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발전에</a:t>
            </a:r>
            <a:r>
              <a:rPr lang="en-US" altLang="ko-KR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ko-KR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훌륭한 파트너가</a:t>
            </a:r>
            <a:r>
              <a:rPr lang="ko-KR" altLang="en-US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ko-KR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될 것을 약속합니다</a:t>
            </a:r>
            <a:endParaRPr lang="en-US" altLang="ko-KR" sz="1569" b="1" dirty="0">
              <a:solidFill>
                <a:srgbClr val="002776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2485370" y="5088778"/>
            <a:ext cx="4733951" cy="93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648" tIns="44822" rIns="89648" bIns="44822">
            <a:spAutoFit/>
          </a:bodyPr>
          <a:lstStyle>
            <a:lvl1pPr marL="127000" indent="-1270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ko-KR" altLang="en-US" sz="1373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연락처</a:t>
            </a:r>
            <a:r>
              <a:rPr lang="en-US" altLang="ko-KR" sz="1373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: ㈜B2L Soft </a:t>
            </a:r>
          </a:p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en-US" altLang="ko-KR" sz="1373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031-418-9388</a:t>
            </a:r>
          </a:p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en-US" altLang="ko-KR" sz="1373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bsgcampus@gmail.com</a:t>
            </a:r>
          </a:p>
        </p:txBody>
      </p:sp>
    </p:spTree>
    <p:extLst>
      <p:ext uri="{BB962C8B-B14F-4D97-AF65-F5344CB8AC3E}">
        <p14:creationId xmlns:p14="http://schemas.microsoft.com/office/powerpoint/2010/main" val="1177448468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126" name="Picture 6"/>
          <p:cNvPicPr>
            <a:picLocks noChangeAspect="1" noChangeArrowheads="1"/>
          </p:cNvPicPr>
          <p:nvPr userDrawn="1"/>
        </p:nvPicPr>
        <p:blipFill>
          <a:blip r:embed="rId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3" y="1536056"/>
            <a:ext cx="9706157" cy="2613025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Rectangle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722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0" imgH="0" progId="">
                  <p:embed/>
                </p:oleObj>
              </mc:Choice>
              <mc:Fallback>
                <p:oleObj name="think-cell Slide" r:id="rId5" imgW="0" imgH="0" progId="">
                  <p:embed/>
                  <p:pic>
                    <p:nvPicPr>
                      <p:cNvPr id="2" name="Rectangle 1" hidden="1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722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816" y="6597921"/>
            <a:ext cx="2457294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04"/>
              </a:lnSpc>
              <a:defRPr/>
            </a:pPr>
            <a:r>
              <a:rPr kumimoji="0" lang="en-US" altLang="ko-KR" sz="785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5" name="TextBox 2"/>
          <p:cNvSpPr txBox="1">
            <a:spLocks noChangeArrowheads="1"/>
          </p:cNvSpPr>
          <p:nvPr userDrawn="1"/>
        </p:nvSpPr>
        <p:spPr bwMode="auto">
          <a:xfrm>
            <a:off x="2689059" y="3303917"/>
            <a:ext cx="4377348" cy="807089"/>
          </a:xfrm>
          <a:prstGeom prst="rect">
            <a:avLst/>
          </a:prstGeom>
          <a:noFill/>
          <a:ln>
            <a:noFill/>
          </a:ln>
        </p:spPr>
        <p:txBody>
          <a:bodyPr lIns="35297" rIns="35297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buFont typeface="Wingdings" pitchFamily="2" charset="2"/>
              <a:buNone/>
              <a:defRPr/>
            </a:pPr>
            <a:r>
              <a:rPr lang="en-US" altLang="ko-KR" sz="6474" b="0" cap="none" spc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anose="020B0503020000020004" pitchFamily="50" charset="-127"/>
                <a:cs typeface="Arial" panose="020B0604020202020204" pitchFamily="34" charset="0"/>
              </a:rPr>
              <a:t>Thank You</a:t>
            </a:r>
            <a:endParaRPr lang="ko-KR" altLang="en-US" sz="6474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 userDrawn="1"/>
        </p:nvSpPr>
        <p:spPr bwMode="auto">
          <a:xfrm>
            <a:off x="1769049" y="4221088"/>
            <a:ext cx="6166594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857" tIns="47427" rIns="94857" bIns="47427" anchor="ctr">
            <a:spAutoFit/>
          </a:bodyPr>
          <a:lstStyle>
            <a:lvl1pPr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fontAlgn="ctr">
              <a:spcBef>
                <a:spcPct val="50000"/>
              </a:spcBef>
            </a:pPr>
            <a:r>
              <a:rPr lang="ko-KR" altLang="en-US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㈜</a:t>
            </a:r>
            <a:r>
              <a:rPr lang="en-US" altLang="ko-KR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B2L Soft</a:t>
            </a:r>
            <a:r>
              <a:rPr lang="ko-KR" altLang="en-US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는 귀사의 </a:t>
            </a:r>
            <a:r>
              <a:rPr lang="ko-KR" altLang="ko-KR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발전에</a:t>
            </a:r>
            <a:r>
              <a:rPr lang="en-US" altLang="ko-KR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ko-KR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훌륭한 파트너가</a:t>
            </a:r>
            <a:r>
              <a:rPr lang="ko-KR" altLang="en-US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ko-KR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될 것을 약속합니다</a:t>
            </a:r>
            <a:endParaRPr lang="en-US" altLang="ko-KR" sz="1569" b="1" dirty="0">
              <a:solidFill>
                <a:srgbClr val="002776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2485370" y="5088778"/>
            <a:ext cx="4733951" cy="93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648" tIns="44822" rIns="89648" bIns="44822">
            <a:spAutoFit/>
          </a:bodyPr>
          <a:lstStyle>
            <a:lvl1pPr marL="127000" indent="-1270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ko-KR" altLang="en-US" sz="1373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연락처</a:t>
            </a:r>
            <a:r>
              <a:rPr lang="en-US" altLang="ko-KR" sz="1373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: ㈜B2L Soft </a:t>
            </a:r>
          </a:p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en-US" altLang="ko-KR" sz="1373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031-418-9388</a:t>
            </a:r>
          </a:p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en-US" altLang="ko-KR" sz="1373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Bsgcampus@gmail.com</a:t>
            </a:r>
          </a:p>
        </p:txBody>
      </p:sp>
    </p:spTree>
    <p:extLst>
      <p:ext uri="{BB962C8B-B14F-4D97-AF65-F5344CB8AC3E}">
        <p14:creationId xmlns:p14="http://schemas.microsoft.com/office/powerpoint/2010/main" val="239052693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/>
          <p:cNvSpPr txBox="1"/>
          <p:nvPr userDrawn="1"/>
        </p:nvSpPr>
        <p:spPr>
          <a:xfrm>
            <a:off x="6844346" y="6039290"/>
            <a:ext cx="2737089" cy="862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766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B2L Soft</a:t>
            </a:r>
            <a:r>
              <a:rPr lang="en-US" altLang="ko-KR" sz="117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en-US" altLang="ko-KR" sz="117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  <a:hlinkClick r:id="rId2"/>
              </a:rPr>
              <a:t>www.b2lsoft.co.kr</a:t>
            </a:r>
            <a:endParaRPr lang="en-US" altLang="ko-KR" sz="1177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79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BSG Campus, www.bsgcampus.co.kr</a:t>
            </a:r>
            <a:endParaRPr lang="ko-KR" altLang="en-US" sz="1079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79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Office_031-418-9388 / Fax_031-400-5655</a:t>
            </a:r>
          </a:p>
        </p:txBody>
      </p:sp>
      <p:sp>
        <p:nvSpPr>
          <p:cNvPr id="42" name="TextBox 1"/>
          <p:cNvSpPr txBox="1">
            <a:spLocks noChangeArrowheads="1"/>
          </p:cNvSpPr>
          <p:nvPr userDrawn="1"/>
        </p:nvSpPr>
        <p:spPr bwMode="auto">
          <a:xfrm>
            <a:off x="4324020" y="61063"/>
            <a:ext cx="532393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B4CCE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B4CCE2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B4CCE2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B4CCE2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  <a:defRPr/>
            </a:pPr>
            <a:r>
              <a:rPr lang="ko-KR" altLang="en-US" sz="1373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  <a:cs typeface="Arial" panose="020B0604020202020204" pitchFamily="34" charset="0"/>
              </a:rPr>
              <a:t>대한민국 경영시뮬레이션 교육은 </a:t>
            </a:r>
            <a:r>
              <a:rPr lang="en-US" altLang="ko-KR" sz="1373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  <a:cs typeface="Arial" panose="020B0604020202020204" pitchFamily="34" charset="0"/>
              </a:rPr>
              <a:t>B2L Soft</a:t>
            </a:r>
            <a:r>
              <a:rPr lang="ko-KR" altLang="en-US" sz="1373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  <a:cs typeface="Arial" panose="020B0604020202020204" pitchFamily="34" charset="0"/>
              </a:rPr>
              <a:t>와 함께 시작하였습니다</a:t>
            </a:r>
            <a:r>
              <a:rPr lang="en-US" altLang="ko-KR" sz="1373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  <a:cs typeface="Arial" panose="020B0604020202020204" pitchFamily="34" charset="0"/>
              </a:rPr>
              <a:t>. </a:t>
            </a:r>
            <a:endParaRPr lang="ko-KR" altLang="en-US" sz="1373" b="1" i="1" dirty="0">
              <a:solidFill>
                <a:schemeClr val="tx1">
                  <a:lumMod val="75000"/>
                  <a:lumOff val="25000"/>
                </a:schemeClr>
              </a:solidFill>
              <a:latin typeface="휴먼편지체" panose="02030504000101010101" pitchFamily="18" charset="-127"/>
              <a:ea typeface="휴먼편지체" panose="02030504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2" name="직사각형 1"/>
          <p:cNvSpPr/>
          <p:nvPr userDrawn="1"/>
        </p:nvSpPr>
        <p:spPr>
          <a:xfrm>
            <a:off x="178211" y="6485566"/>
            <a:ext cx="4855414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eaLnBrk="1" hangingPunct="1">
              <a:defRPr/>
            </a:pPr>
            <a:r>
              <a:rPr kumimoji="0" lang="en-US" altLang="ko-KR" sz="1079" b="1" i="1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Business Simulation No.1 (</a:t>
            </a:r>
            <a:r>
              <a:rPr kumimoji="0" lang="ko-KR" altLang="en-US" sz="1079" b="1" i="1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</a:t>
            </a:r>
            <a:r>
              <a:rPr kumimoji="0" lang="en-US" altLang="ko-KR" sz="1079" b="1" i="1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kumimoji="0" lang="ko-KR" altLang="en-US" sz="1079" b="1" i="1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비투엘소프트</a:t>
            </a:r>
            <a:endParaRPr kumimoji="0" lang="fr-FR" altLang="ko-KR" sz="1079" b="1" i="1" dirty="0">
              <a:solidFill>
                <a:schemeClr val="bg2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6730916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B9DEE602-546D-4EA2-987C-8876EC42834F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7" y="2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1CC6BC53-5807-489E-A288-C50614C0A77D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8" b="1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Primary colors</a:t>
              </a: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538CBD1-09CD-4262-8747-B112EC8AB0E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A72A779D-3E80-4D6C-9408-AA97401859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6866765D-AD14-4362-911C-4315D2A8BD3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EF1F1FE9-1DE7-4B9C-B0CA-99FD5E1AD99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10CBE228-0EE0-4FF0-ABA0-CABB9F45C4F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96D3135-727B-4FC3-924D-4F5EF55F3D5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CA461F89-7D3A-4F5D-84FA-A9E62CBEF2C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FEADDCCB-8F97-4085-8C61-5E0D6942A46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5C4D222D-0D11-46D5-BD61-3F0842DF7F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4ABDDA44-C92E-4E0B-903B-B121BB8BF05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489AEE90-B728-493C-9ED2-F18A66ED776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C9F8AB68-4336-424D-AD7C-C350FFD7E68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EEAC7785-578F-4121-AE27-9F57811994A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C22FBFAE-8D83-423A-897F-8DC9A8C71D9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22A812B5-3C90-4F54-B500-8EA406B7BD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71A5A8E1-4C26-4506-A8D1-47F10905DE0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A981C079-93CE-4E6A-9A1B-23A8C1741D9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90F2C942-1BC2-43F5-A5C5-4FD00D33A6C2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62DB72CF-7963-4C4F-875E-B925D20120FA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62DB72CF-7963-4C4F-875E-B925D20120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20"/>
            <a:ext cx="5036360" cy="21050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6083" rtl="0" eaLnBrk="0" fontAlgn="base" latinLnBrk="0" hangingPunct="0">
              <a:lnSpc>
                <a:spcPts val="2794"/>
              </a:lnSpc>
              <a:spcBef>
                <a:spcPct val="0"/>
              </a:spcBef>
              <a:spcAft>
                <a:spcPct val="0"/>
              </a:spcAft>
              <a:tabLst/>
              <a:defRPr sz="2794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66502181"/>
      </p:ext>
    </p:extLst>
  </p:cSld>
  <p:clrMapOvr>
    <a:masterClrMapping/>
  </p:clrMapOvr>
  <p:transition/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BEF7C9E4-EBC1-4BDC-9F83-E30AC96C97F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BEF7C9E4-EBC1-4BDC-9F83-E30AC96C97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8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4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2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4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4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4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8CF410C7-D4A3-4BC6-B415-5FA2138C5666}"/>
              </a:ext>
            </a:extLst>
          </p:cNvPr>
          <p:cNvSpPr txBox="1"/>
          <p:nvPr userDrawn="1"/>
        </p:nvSpPr>
        <p:spPr>
          <a:xfrm>
            <a:off x="7015163" y="6597650"/>
            <a:ext cx="2460626" cy="129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957262">
              <a:lnSpc>
                <a:spcPts val="1100"/>
              </a:lnSpc>
              <a:defRPr sz="800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r>
              <a:rPr sz="799" dirty="0"/>
              <a:t>© 2018 B2L Soft All Right Reserved</a:t>
            </a:r>
          </a:p>
        </p:txBody>
      </p:sp>
      <p:sp>
        <p:nvSpPr>
          <p:cNvPr id="19" name="슬라이드 번호">
            <a:extLst>
              <a:ext uri="{FF2B5EF4-FFF2-40B4-BE49-F238E27FC236}">
                <a16:creationId xmlns:a16="http://schemas.microsoft.com/office/drawing/2014/main" id="{25201953-9EE0-4458-B64C-2E625C11794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6940" cy="14106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6305">
              <a:lnSpc>
                <a:spcPts val="1099"/>
              </a:lnSpc>
              <a:defRPr sz="999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39381183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FAC66320-93E4-4FC9-9FDB-74DD7D885AE0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FAC66320-93E4-4FC9-9FDB-74DD7D885A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7" y="2618107"/>
            <a:ext cx="6595477" cy="1278000"/>
          </a:xfrm>
        </p:spPr>
        <p:txBody>
          <a:bodyPr/>
          <a:lstStyle>
            <a:lvl1pPr>
              <a:lnSpc>
                <a:spcPts val="4878"/>
              </a:lnSpc>
              <a:defRPr sz="5190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1953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간지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25F8C16D-2182-4539-BCD8-D2B71FB7EB5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25F8C16D-2182-4539-BCD8-D2B71FB7EB5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DE23B835-B5A0-44A5-868B-30633A71B25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91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85781" y="694561"/>
            <a:ext cx="8743950" cy="566936"/>
          </a:xfrm>
        </p:spPr>
        <p:txBody>
          <a:bodyPr>
            <a:noAutofit/>
          </a:bodyPr>
          <a:lstStyle>
            <a:lvl1pPr algn="l">
              <a:defRPr sz="2396" b="1" i="1">
                <a:solidFill>
                  <a:srgbClr val="0070C0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7399952" y="1903184"/>
            <a:ext cx="1730618" cy="4248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1836" i="1">
                <a:solidFill>
                  <a:srgbClr val="0070C0"/>
                </a:solidFill>
                <a:latin typeface="맑은 고딕" panose="020B0503020000020004" pitchFamily="50" charset="-127"/>
              </a:defRPr>
            </a:lvl1pPr>
            <a:lvl2pPr>
              <a:buNone/>
              <a:defRPr sz="4392"/>
            </a:lvl2pPr>
            <a:lvl3pPr>
              <a:buNone/>
              <a:defRPr sz="4392"/>
            </a:lvl3pPr>
            <a:lvl4pPr>
              <a:buNone/>
              <a:defRPr sz="4392"/>
            </a:lvl4pPr>
            <a:lvl5pPr>
              <a:buNone/>
              <a:defRPr sz="4392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6919735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59B3B39D-6FA5-4EB2-BD21-290F3451BFC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59B3B39D-6FA5-4EB2-BD21-290F3451BF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A1403AF5-D139-4755-8704-8EFC991DBD3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2" y="655479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4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5C1E57DC-906A-48EC-A5AA-74BDE3B7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3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10CEB0FA-7FD7-41E6-AFF3-0F14F892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41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71A1DF0-7326-4C65-9118-8419688A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6" y="6357941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14EFD39E-2286-4F29-88CB-2A5292721D22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9630624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848C425-3937-4CEA-911E-E77BCF7127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848C425-3937-4CEA-911E-E77BCF7127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9BDF1A07-2949-4698-8C37-F3905428F1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2" y="655479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4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F35A11CD-D4D8-4028-BAC4-7310FFD4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3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7567157B-310B-457C-A1E7-FEA9FD7E9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41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8EFB9CD9-1998-42ED-9D06-CD60FEC3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6" y="6357941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B4F4BD5F-7E9C-46E9-A755-0001D64929CF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7297672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98E9940B-4F36-4FCD-B0A3-A5F80111C9A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98E9940B-4F36-4FCD-B0A3-A5F80111C9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697CC40F-AD92-4C31-970F-6BABC5718C6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2" y="655479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6" i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차트를 추가하려면 아이콘을 클릭하십시오</a:t>
            </a:r>
            <a:endParaRPr lang="en-US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6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6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6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9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6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811704335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569F759E-4FC9-49E0-A5F9-BAFD8C8E6BA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569F759E-4FC9-49E0-A5F9-BAFD8C8E6B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6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6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6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4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4"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표를 추가하려면 아이콘을 클릭하십시오</a:t>
            </a:r>
            <a:endParaRPr lang="en-US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9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6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6" name="슬라이드 번호">
            <a:extLst>
              <a:ext uri="{FF2B5EF4-FFF2-40B4-BE49-F238E27FC236}">
                <a16:creationId xmlns:a16="http://schemas.microsoft.com/office/drawing/2014/main" id="{D449EC90-910B-4FC0-94BC-8E5C643ED68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6940" cy="14106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6305">
              <a:lnSpc>
                <a:spcPts val="1099"/>
              </a:lnSpc>
              <a:defRPr sz="999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CD68F1F7-F0C8-4D31-A2B8-BDF13677FBBD}"/>
              </a:ext>
            </a:extLst>
          </p:cNvPr>
          <p:cNvSpPr txBox="1"/>
          <p:nvPr userDrawn="1"/>
        </p:nvSpPr>
        <p:spPr>
          <a:xfrm>
            <a:off x="7015163" y="6597650"/>
            <a:ext cx="2460626" cy="129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957262">
              <a:lnSpc>
                <a:spcPts val="1100"/>
              </a:lnSpc>
              <a:defRPr sz="800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r>
              <a:rPr sz="799" dirty="0"/>
              <a:t>© 2018 B2L Soft All Right Reserved</a:t>
            </a:r>
          </a:p>
        </p:txBody>
      </p:sp>
    </p:spTree>
    <p:extLst>
      <p:ext uri="{BB962C8B-B14F-4D97-AF65-F5344CB8AC3E}">
        <p14:creationId xmlns:p14="http://schemas.microsoft.com/office/powerpoint/2010/main" val="3867398770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3BDA2930-F352-4BBC-B5AE-564B0243E8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3BDA2930-F352-4BBC-B5AE-564B0243E80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그룹 9">
            <a:extLst>
              <a:ext uri="{FF2B5EF4-FFF2-40B4-BE49-F238E27FC236}">
                <a16:creationId xmlns:a16="http://schemas.microsoft.com/office/drawing/2014/main" id="{7D92C61B-5476-4EDC-BA67-214EDE45A41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3"/>
            <a:ext cx="3208367" cy="423827"/>
            <a:chOff x="6124575" y="71414"/>
            <a:chExt cx="3019425" cy="42414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0F250AF-EB4C-4141-AD16-2FAFC4042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5256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8" b="1" dirty="0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창조적이고 합리적인 인재를 육성하는</a:t>
              </a:r>
              <a:r>
                <a:rPr kumimoji="0" lang="en-US" altLang="ko-KR" sz="798" b="1" dirty="0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kumimoji="0" lang="ko-KR" altLang="en-US" sz="798" b="1" dirty="0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최고의 교육 기업 </a:t>
              </a:r>
              <a:endParaRPr kumimoji="0" lang="en-US" altLang="ko-KR" sz="798" b="1" dirty="0">
                <a:solidFill>
                  <a:srgbClr val="C1A50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8227756-5CEA-4246-B827-068410B6D7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슬라이드 번호">
            <a:extLst>
              <a:ext uri="{FF2B5EF4-FFF2-40B4-BE49-F238E27FC236}">
                <a16:creationId xmlns:a16="http://schemas.microsoft.com/office/drawing/2014/main" id="{2AEEA84E-98C7-4BF8-9F6A-A68DE4904AAA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6940" cy="14106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6305">
              <a:lnSpc>
                <a:spcPts val="1099"/>
              </a:lnSpc>
              <a:defRPr sz="999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16450907-A496-4D5D-A770-A8DD69B4533B}"/>
              </a:ext>
            </a:extLst>
          </p:cNvPr>
          <p:cNvSpPr txBox="1"/>
          <p:nvPr userDrawn="1"/>
        </p:nvSpPr>
        <p:spPr>
          <a:xfrm>
            <a:off x="7015163" y="6597650"/>
            <a:ext cx="2460626" cy="129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957262">
              <a:lnSpc>
                <a:spcPts val="1100"/>
              </a:lnSpc>
              <a:defRPr sz="800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r>
              <a:rPr sz="799" dirty="0"/>
              <a:t>© 2018 B2L Soft All Right Reserved</a:t>
            </a:r>
          </a:p>
        </p:txBody>
      </p:sp>
    </p:spTree>
    <p:extLst>
      <p:ext uri="{BB962C8B-B14F-4D97-AF65-F5344CB8AC3E}">
        <p14:creationId xmlns:p14="http://schemas.microsoft.com/office/powerpoint/2010/main" val="2303041548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44369A91-618A-43BE-BBE5-2012E230BD2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44369A91-618A-43BE-BBE5-2012E230BD2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2">
            <a:extLst>
              <a:ext uri="{FF2B5EF4-FFF2-40B4-BE49-F238E27FC236}">
                <a16:creationId xmlns:a16="http://schemas.microsoft.com/office/drawing/2014/main" id="{58A6A12F-6647-4098-A342-DBF4181BE2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4" y="2303463"/>
            <a:ext cx="9694882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3073125" y="2618914"/>
            <a:ext cx="6536465" cy="765085"/>
          </a:xfrm>
          <a:prstGeom prst="rect">
            <a:avLst/>
          </a:prstGeom>
        </p:spPr>
        <p:txBody>
          <a:bodyPr anchor="ctr"/>
          <a:lstStyle>
            <a:lvl1pPr>
              <a:defRPr sz="2794" b="1">
                <a:ln>
                  <a:solidFill>
                    <a:srgbClr val="AD0407">
                      <a:alpha val="0"/>
                    </a:srgbClr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슬라이드 번호">
            <a:extLst>
              <a:ext uri="{FF2B5EF4-FFF2-40B4-BE49-F238E27FC236}">
                <a16:creationId xmlns:a16="http://schemas.microsoft.com/office/drawing/2014/main" id="{D09A3BB2-4BEE-4AA3-83B2-9BDF4E2BECA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6940" cy="14106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6305">
              <a:lnSpc>
                <a:spcPts val="1099"/>
              </a:lnSpc>
              <a:defRPr sz="999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15E1D93-A14D-4F64-98AB-1EC0339C77A4}"/>
              </a:ext>
            </a:extLst>
          </p:cNvPr>
          <p:cNvSpPr txBox="1"/>
          <p:nvPr userDrawn="1"/>
        </p:nvSpPr>
        <p:spPr>
          <a:xfrm>
            <a:off x="7015163" y="6597650"/>
            <a:ext cx="2460626" cy="129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957262">
              <a:lnSpc>
                <a:spcPts val="1100"/>
              </a:lnSpc>
              <a:defRPr sz="800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r>
              <a:rPr sz="799" dirty="0"/>
              <a:t>© 2018 B2L Soft All Right Reserved</a:t>
            </a:r>
          </a:p>
        </p:txBody>
      </p:sp>
    </p:spTree>
    <p:extLst>
      <p:ext uri="{BB962C8B-B14F-4D97-AF65-F5344CB8AC3E}">
        <p14:creationId xmlns:p14="http://schemas.microsoft.com/office/powerpoint/2010/main" val="691430756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5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" name="슬라이드 번호">
            <a:extLst>
              <a:ext uri="{FF2B5EF4-FFF2-40B4-BE49-F238E27FC236}">
                <a16:creationId xmlns:a16="http://schemas.microsoft.com/office/drawing/2014/main" id="{638F4FF5-33D9-4DE2-B962-67CACB9C3D0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6940" cy="14106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6305">
              <a:lnSpc>
                <a:spcPts val="1099"/>
              </a:lnSpc>
              <a:defRPr sz="999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8121245"/>
      </p:ext>
    </p:extLst>
  </p:cSld>
  <p:clrMapOvr>
    <a:masterClrMapping/>
  </p:clrMapOvr>
  <p:transition spd="med"/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19DCF7D-FA9A-47F4-8F3A-A19D3D0701E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19DCF7D-FA9A-47F4-8F3A-A19D3D0701E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1AE1A42F-6F4F-4D25-81A5-9B9DC4A2247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BCF64B0-51B7-4C5C-9408-76062819BDDE}"/>
              </a:ext>
            </a:extLst>
          </p:cNvPr>
          <p:cNvCxnSpPr/>
          <p:nvPr userDrawn="1"/>
        </p:nvCxnSpPr>
        <p:spPr>
          <a:xfrm>
            <a:off x="291814" y="692150"/>
            <a:ext cx="9141388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9A13A676-CB09-4826-BF2B-8E906BBB0A06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  <a:defRPr/>
            </a:pPr>
            <a:fld id="{82B8AEC0-B83E-40DB-AD6F-658A91FC3A02}" type="slidenum">
              <a:rPr kumimoji="0" lang="en-US" altLang="ko-KR" sz="999" b="1" smtClean="0">
                <a:solidFill>
                  <a:schemeClr val="tx2"/>
                </a:solidFill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  <a:defRPr/>
              </a:pPr>
              <a:t>‹#›</a:t>
            </a:fld>
            <a:endParaRPr kumimoji="0" lang="en-US" altLang="ko-KR" sz="999" b="1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387701" y="300116"/>
            <a:ext cx="8872141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0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/>
            </a:lvl1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  <a:endParaRPr lang="en-US" noProof="0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61A37CC-0F32-434D-AAFC-64E65C9D098A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AD1C51-BA4D-43CD-8D3E-02CBF2D9B1BE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B002A7C-C287-44B7-9C30-2B39E88AAF56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38325049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8C2B016F-E06B-4903-B30A-9F3E01F075B9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8C2B016F-E06B-4903-B30A-9F3E01F075B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5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62985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간지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15021F70-E4EC-4923-8FF0-519F7A1BD28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15021F70-E4EC-4923-8FF0-519F7A1BD28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hape 4">
            <a:extLst>
              <a:ext uri="{FF2B5EF4-FFF2-40B4-BE49-F238E27FC236}">
                <a16:creationId xmlns:a16="http://schemas.microsoft.com/office/drawing/2014/main" id="{6217DC71-542C-4F6C-8CA9-1A4F00CF287B}"/>
              </a:ext>
            </a:extLst>
          </p:cNvPr>
          <p:cNvCxnSpPr/>
          <p:nvPr userDrawn="1"/>
        </p:nvCxnSpPr>
        <p:spPr>
          <a:xfrm rot="5400000" flipH="1" flipV="1">
            <a:off x="4978991" y="-3960205"/>
            <a:ext cx="173037" cy="9334873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85775" y="694560"/>
            <a:ext cx="8743950" cy="566936"/>
          </a:xfrm>
        </p:spPr>
        <p:txBody>
          <a:bodyPr>
            <a:noAutofit/>
          </a:bodyPr>
          <a:lstStyle>
            <a:lvl1pPr algn="l">
              <a:defRPr sz="2398" b="1" i="1">
                <a:solidFill>
                  <a:srgbClr val="0070C0"/>
                </a:solidFill>
                <a:latin typeface="Georgi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8914843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1001">
            <a:extLst>
              <a:ext uri="{FF2B5EF4-FFF2-40B4-BE49-F238E27FC236}">
                <a16:creationId xmlns:a16="http://schemas.microsoft.com/office/drawing/2014/main" id="{76FF2281-C49D-4292-A8A6-C47DC5336729}"/>
              </a:ext>
            </a:extLst>
          </p:cNvPr>
          <p:cNvGrpSpPr/>
          <p:nvPr userDrawn="1"/>
        </p:nvGrpSpPr>
        <p:grpSpPr>
          <a:xfrm>
            <a:off x="675928" y="570613"/>
            <a:ext cx="8272506" cy="13971"/>
            <a:chOff x="1703413" y="1130239"/>
            <a:chExt cx="15571775" cy="20956"/>
          </a:xfrm>
        </p:grpSpPr>
        <p:pic>
          <p:nvPicPr>
            <p:cNvPr id="8" name="Object 2">
              <a:extLst>
                <a:ext uri="{FF2B5EF4-FFF2-40B4-BE49-F238E27FC236}">
                  <a16:creationId xmlns:a16="http://schemas.microsoft.com/office/drawing/2014/main" id="{9C92F09C-D3DF-4C1C-8852-B506697932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0800000">
              <a:off x="1703413" y="1130239"/>
              <a:ext cx="15571775" cy="20956"/>
            </a:xfrm>
            <a:prstGeom prst="rect">
              <a:avLst/>
            </a:prstGeom>
          </p:spPr>
        </p:pic>
      </p:grpSp>
      <p:grpSp>
        <p:nvGrpSpPr>
          <p:cNvPr id="9" name="그룹 1002">
            <a:extLst>
              <a:ext uri="{FF2B5EF4-FFF2-40B4-BE49-F238E27FC236}">
                <a16:creationId xmlns:a16="http://schemas.microsoft.com/office/drawing/2014/main" id="{0123E3E4-7548-4AFA-B96C-448B241406BB}"/>
              </a:ext>
            </a:extLst>
          </p:cNvPr>
          <p:cNvGrpSpPr/>
          <p:nvPr userDrawn="1"/>
        </p:nvGrpSpPr>
        <p:grpSpPr>
          <a:xfrm>
            <a:off x="307832" y="545850"/>
            <a:ext cx="1012970" cy="63492"/>
            <a:chOff x="1010526" y="1093098"/>
            <a:chExt cx="1906767" cy="95238"/>
          </a:xfrm>
        </p:grpSpPr>
        <p:pic>
          <p:nvPicPr>
            <p:cNvPr id="10" name="Object 5">
              <a:extLst>
                <a:ext uri="{FF2B5EF4-FFF2-40B4-BE49-F238E27FC236}">
                  <a16:creationId xmlns:a16="http://schemas.microsoft.com/office/drawing/2014/main" id="{4560AA6C-7D1F-413A-80D5-AAA9044EF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10800000">
              <a:off x="1010526" y="1093098"/>
              <a:ext cx="1906767" cy="95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67768529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1001">
            <a:extLst>
              <a:ext uri="{FF2B5EF4-FFF2-40B4-BE49-F238E27FC236}">
                <a16:creationId xmlns:a16="http://schemas.microsoft.com/office/drawing/2014/main" id="{32113C2A-C2DD-48B7-9FFD-9F6B5FE31AFF}"/>
              </a:ext>
            </a:extLst>
          </p:cNvPr>
          <p:cNvGrpSpPr/>
          <p:nvPr userDrawn="1"/>
        </p:nvGrpSpPr>
        <p:grpSpPr>
          <a:xfrm>
            <a:off x="675928" y="570613"/>
            <a:ext cx="8272506" cy="13971"/>
            <a:chOff x="1703413" y="1130239"/>
            <a:chExt cx="15571775" cy="20956"/>
          </a:xfrm>
        </p:grpSpPr>
        <p:pic>
          <p:nvPicPr>
            <p:cNvPr id="8" name="Object 2">
              <a:extLst>
                <a:ext uri="{FF2B5EF4-FFF2-40B4-BE49-F238E27FC236}">
                  <a16:creationId xmlns:a16="http://schemas.microsoft.com/office/drawing/2014/main" id="{7E7E1041-588B-4C2A-A9FE-33415814A4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0800000">
              <a:off x="1703413" y="1130239"/>
              <a:ext cx="15571775" cy="20956"/>
            </a:xfrm>
            <a:prstGeom prst="rect">
              <a:avLst/>
            </a:prstGeom>
          </p:spPr>
        </p:pic>
      </p:grpSp>
      <p:grpSp>
        <p:nvGrpSpPr>
          <p:cNvPr id="9" name="그룹 1002">
            <a:extLst>
              <a:ext uri="{FF2B5EF4-FFF2-40B4-BE49-F238E27FC236}">
                <a16:creationId xmlns:a16="http://schemas.microsoft.com/office/drawing/2014/main" id="{9BBB9F5A-58D8-4C5A-B57D-6914FA100893}"/>
              </a:ext>
            </a:extLst>
          </p:cNvPr>
          <p:cNvGrpSpPr/>
          <p:nvPr userDrawn="1"/>
        </p:nvGrpSpPr>
        <p:grpSpPr>
          <a:xfrm>
            <a:off x="307832" y="545850"/>
            <a:ext cx="1012970" cy="63492"/>
            <a:chOff x="1010526" y="1093098"/>
            <a:chExt cx="1906767" cy="95238"/>
          </a:xfrm>
        </p:grpSpPr>
        <p:pic>
          <p:nvPicPr>
            <p:cNvPr id="10" name="Object 5">
              <a:extLst>
                <a:ext uri="{FF2B5EF4-FFF2-40B4-BE49-F238E27FC236}">
                  <a16:creationId xmlns:a16="http://schemas.microsoft.com/office/drawing/2014/main" id="{3225AEF8-ED43-44C0-A573-EC5919845F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10800000">
              <a:off x="1010526" y="1093098"/>
              <a:ext cx="1906767" cy="95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23032663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0"/>
            <a:ext cx="9715500" cy="68569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3959" y="1046163"/>
            <a:ext cx="8563157" cy="2387600"/>
          </a:xfrm>
        </p:spPr>
        <p:txBody>
          <a:bodyPr vert="horz" lIns="90000" tIns="45720" rIns="91440" bIns="45720" rtlCol="0" anchor="b">
            <a:noAutofit/>
          </a:bodyPr>
          <a:lstStyle>
            <a:lvl1pPr>
              <a:defRPr lang="en-US" sz="490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3957" y="3434039"/>
            <a:ext cx="8563157" cy="1045339"/>
          </a:xfrm>
        </p:spPr>
        <p:txBody>
          <a:bodyPr vert="horz" lIns="91440" tIns="72000" rIns="91440" bIns="45720" rtlCol="0" anchor="t">
            <a:noAutofit/>
          </a:bodyPr>
          <a:lstStyle>
            <a:lvl1pPr marL="224234" indent="-224234">
              <a:buFont typeface="Arial" panose="020B0604020202020204" pitchFamily="34" charset="0"/>
              <a:buChar char="•"/>
              <a:defRPr lang="en-US" sz="1766" b="1" spc="137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marL="0" lvl="0" indent="0">
              <a:buNone/>
            </a:pPr>
            <a:r>
              <a:rPr lang="ko-KR" altLang="en-US"/>
              <a:t>마스터 부제목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973418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0"/>
            <a:ext cx="9715500" cy="68569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49"/>
            <a:ext cx="9715500" cy="792000"/>
          </a:xfrm>
        </p:spPr>
        <p:txBody>
          <a:bodyPr tIns="108000" bIns="36000" anchor="ctr"/>
          <a:lstStyle>
            <a:lvl1pPr marL="0" indent="0" fontAlgn="ctr" latinLnBrk="0">
              <a:defRPr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176" y="981075"/>
            <a:ext cx="8971148" cy="1332000"/>
          </a:xfrm>
        </p:spPr>
        <p:txBody>
          <a:bodyPr/>
          <a:lstStyle>
            <a:lvl1pPr marL="177518" indent="-177518" fontAlgn="ctr" latinLnBrk="0">
              <a:lnSpc>
                <a:spcPct val="110000"/>
              </a:lnSpc>
              <a:defRPr sz="1373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355037" indent="-177518" fontAlgn="ctr" latinLnBrk="0">
              <a:lnSpc>
                <a:spcPct val="110000"/>
              </a:lnSpc>
              <a:defRPr sz="1177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532555" indent="-177518" fontAlgn="ctr" latinLnBrk="0">
              <a:lnSpc>
                <a:spcPct val="110000"/>
              </a:lnSpc>
              <a:defRPr sz="98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defRPr sz="1177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defRPr sz="1177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96596" y="6384928"/>
            <a:ext cx="3278981" cy="365125"/>
          </a:xfrm>
          <a:prstGeom prst="rect">
            <a:avLst/>
          </a:prstGeom>
        </p:spPr>
        <p:txBody>
          <a:bodyPr anchor="ctr"/>
          <a:lstStyle>
            <a:lvl1pPr algn="l">
              <a:defRPr sz="78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altLang="ko-KR" dirty="0"/>
              <a:t>© 2018 B2L Soft All Right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46365" y="6384928"/>
            <a:ext cx="1018421" cy="365125"/>
          </a:xfrm>
          <a:prstGeom prst="rect">
            <a:avLst/>
          </a:prstGeom>
        </p:spPr>
        <p:txBody>
          <a:bodyPr anchor="ctr"/>
          <a:lstStyle>
            <a:lvl1pPr algn="r">
              <a:defRPr sz="98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7A66460-0B09-4AFC-98E6-39FDAA8788D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3932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9">
          <p15:clr>
            <a:srgbClr val="FBAE40"/>
          </p15:clr>
        </p15:guide>
        <p15:guide id="2" pos="6000">
          <p15:clr>
            <a:srgbClr val="FBAE40"/>
          </p15:clr>
        </p15:guide>
      </p15:sldGuideLst>
    </p:ext>
  </p:extLs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0"/>
            <a:ext cx="9715500" cy="68569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49"/>
            <a:ext cx="9715500" cy="792000"/>
          </a:xfrm>
        </p:spPr>
        <p:txBody>
          <a:bodyPr tIns="108000" bIns="36000" anchor="ctr"/>
          <a:lstStyle>
            <a:lvl1pPr marL="0" indent="0" fontAlgn="ctr" latinLnBrk="0">
              <a:defRPr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96596" y="6384928"/>
            <a:ext cx="3278981" cy="365125"/>
          </a:xfrm>
          <a:prstGeom prst="rect">
            <a:avLst/>
          </a:prstGeom>
        </p:spPr>
        <p:txBody>
          <a:bodyPr anchor="ctr"/>
          <a:lstStyle>
            <a:lvl1pPr algn="l">
              <a:defRPr sz="78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altLang="ko-KR"/>
              <a:t>© 2018 B2L Soft All Right Reserved</a:t>
            </a:r>
            <a:endParaRPr lang="en-US" altLang="ko-KR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46365" y="6384928"/>
            <a:ext cx="1018421" cy="365125"/>
          </a:xfrm>
          <a:prstGeom prst="rect">
            <a:avLst/>
          </a:prstGeom>
        </p:spPr>
        <p:txBody>
          <a:bodyPr anchor="ctr"/>
          <a:lstStyle>
            <a:lvl1pPr algn="r">
              <a:defRPr sz="98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7A66460-0B09-4AFC-98E6-39FDAA8788D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8072581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0"/>
            <a:ext cx="9715500" cy="6856901"/>
          </a:xfrm>
          <a:prstGeom prst="rect">
            <a:avLst/>
          </a:prstGeom>
        </p:spPr>
      </p:pic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96596" y="6384928"/>
            <a:ext cx="3278981" cy="365125"/>
          </a:xfrm>
          <a:prstGeom prst="rect">
            <a:avLst/>
          </a:prstGeom>
        </p:spPr>
        <p:txBody>
          <a:bodyPr anchor="ctr"/>
          <a:lstStyle>
            <a:lvl1pPr algn="l">
              <a:defRPr sz="78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altLang="ko-KR"/>
              <a:t>© 2018 B2L Soft All Right Reserved</a:t>
            </a:r>
            <a:endParaRPr lang="en-US" altLang="ko-KR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46365" y="6384928"/>
            <a:ext cx="1018421" cy="365125"/>
          </a:xfrm>
          <a:prstGeom prst="rect">
            <a:avLst/>
          </a:prstGeom>
        </p:spPr>
        <p:txBody>
          <a:bodyPr anchor="ctr"/>
          <a:lstStyle>
            <a:lvl1pPr algn="r">
              <a:defRPr sz="98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7A66460-0B09-4AFC-98E6-39FDAA8788D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3867669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96596" y="6384928"/>
            <a:ext cx="3278981" cy="365125"/>
          </a:xfrm>
          <a:prstGeom prst="rect">
            <a:avLst/>
          </a:prstGeom>
        </p:spPr>
        <p:txBody>
          <a:bodyPr anchor="ctr"/>
          <a:lstStyle>
            <a:lvl1pPr algn="l">
              <a:defRPr sz="78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altLang="ko-KR" dirty="0"/>
              <a:t>© 2018 B2L Soft All Right Reserved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46365" y="6384928"/>
            <a:ext cx="1018421" cy="365125"/>
          </a:xfrm>
          <a:prstGeom prst="rect">
            <a:avLst/>
          </a:prstGeom>
        </p:spPr>
        <p:txBody>
          <a:bodyPr anchor="ctr"/>
          <a:lstStyle>
            <a:lvl1pPr algn="r">
              <a:defRPr sz="98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7A66460-0B09-4AFC-98E6-39FDAA8788D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9087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9">
          <p15:clr>
            <a:srgbClr val="FBAE40"/>
          </p15:clr>
        </p15:guide>
        <p15:guide id="2" pos="6000">
          <p15:clr>
            <a:srgbClr val="FBAE40"/>
          </p15:clr>
        </p15:guide>
      </p15:sldGuideLst>
    </p:ext>
  </p:extLs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0144" y="6384928"/>
            <a:ext cx="3278981" cy="365125"/>
          </a:xfrm>
          <a:prstGeom prst="rect">
            <a:avLst/>
          </a:prstGeom>
        </p:spPr>
        <p:txBody>
          <a:bodyPr anchor="ctr"/>
          <a:lstStyle>
            <a:lvl1pPr algn="l">
              <a:defRPr sz="78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altLang="ko-KR" dirty="0"/>
              <a:t>© 2018 B2L Soft All Right Reserved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46365" y="6384928"/>
            <a:ext cx="1018421" cy="365125"/>
          </a:xfrm>
          <a:prstGeom prst="rect">
            <a:avLst/>
          </a:prstGeom>
        </p:spPr>
        <p:txBody>
          <a:bodyPr anchor="ctr"/>
          <a:lstStyle>
            <a:lvl1pPr algn="r">
              <a:defRPr sz="98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7A66460-0B09-4AFC-98E6-39FDAA8788D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2457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9">
          <p15:clr>
            <a:srgbClr val="FBAE40"/>
          </p15:clr>
        </p15:guide>
        <p15:guide id="2" pos="6000">
          <p15:clr>
            <a:srgbClr val="FBAE40"/>
          </p15:clr>
        </p15:guide>
      </p15:sldGuideLst>
    </p:ext>
  </p:extLs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21E9BF4-0AB8-448D-9D88-0B532191B680}"/>
              </a:ext>
            </a:extLst>
          </p:cNvPr>
          <p:cNvCxnSpPr>
            <a:cxnSpLocks/>
          </p:cNvCxnSpPr>
          <p:nvPr userDrawn="1"/>
        </p:nvCxnSpPr>
        <p:spPr>
          <a:xfrm>
            <a:off x="281856" y="620687"/>
            <a:ext cx="8975820" cy="0"/>
          </a:xfrm>
          <a:prstGeom prst="line">
            <a:avLst/>
          </a:prstGeom>
          <a:ln w="12700">
            <a:solidFill>
              <a:srgbClr val="0C22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6774440-5FC4-480A-A79A-463E7ABABBF6}"/>
              </a:ext>
            </a:extLst>
          </p:cNvPr>
          <p:cNvCxnSpPr>
            <a:cxnSpLocks/>
          </p:cNvCxnSpPr>
          <p:nvPr userDrawn="1"/>
        </p:nvCxnSpPr>
        <p:spPr>
          <a:xfrm>
            <a:off x="286529" y="620687"/>
            <a:ext cx="3154929" cy="0"/>
          </a:xfrm>
          <a:prstGeom prst="line">
            <a:avLst/>
          </a:prstGeom>
          <a:ln w="57150">
            <a:solidFill>
              <a:srgbClr val="0C22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슬라이드 번호 개체 틀 15">
            <a:extLst>
              <a:ext uri="{FF2B5EF4-FFF2-40B4-BE49-F238E27FC236}">
                <a16:creationId xmlns:a16="http://schemas.microsoft.com/office/drawing/2014/main" id="{85C1E307-783B-418D-A359-10F5EDBA0EFD}"/>
              </a:ext>
            </a:extLst>
          </p:cNvPr>
          <p:cNvSpPr txBox="1">
            <a:spLocks/>
          </p:cNvSpPr>
          <p:nvPr userDrawn="1"/>
        </p:nvSpPr>
        <p:spPr>
          <a:xfrm>
            <a:off x="8962666" y="6467719"/>
            <a:ext cx="345060" cy="198547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l" rtl="0" eaLnBrk="1" fontAlgn="base" hangingPunct="1">
              <a:lnSpc>
                <a:spcPts val="1124"/>
              </a:lnSpc>
              <a:spcBef>
                <a:spcPct val="0"/>
              </a:spcBef>
              <a:spcAft>
                <a:spcPct val="0"/>
              </a:spcAft>
              <a:defRPr kumimoji="0" sz="999" b="1" kern="12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28625" indent="28575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2pPr>
            <a:lvl3pPr marL="858838" indent="55563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3pPr>
            <a:lvl4pPr marL="1289050" indent="8255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4pPr>
            <a:lvl5pPr marL="1717675" indent="111125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9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9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9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9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9pPr>
          </a:lstStyle>
          <a:p>
            <a:fld id="{86CB4B4D-7CA3-9044-876B-883B54F8677D}" type="slidenum">
              <a:rPr lang="en-US" altLang="ko-KR" sz="1079" smtClean="0">
                <a:solidFill>
                  <a:srgbClr val="10319C"/>
                </a:solidFill>
              </a:rPr>
              <a:pPr/>
              <a:t>‹#›</a:t>
            </a:fld>
            <a:endParaRPr lang="ko-KR" altLang="en-US" sz="1079" dirty="0">
              <a:solidFill>
                <a:srgbClr val="1031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40198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9">
          <p15:clr>
            <a:srgbClr val="FBAE40"/>
          </p15:clr>
        </p15:guide>
        <p15:guide id="2" pos="6000">
          <p15:clr>
            <a:srgbClr val="FBAE40"/>
          </p15:clr>
        </p15:guide>
      </p15:sldGuideLst>
    </p:ext>
  </p:extLs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그룹 22">
            <a:extLst>
              <a:ext uri="{FF2B5EF4-FFF2-40B4-BE49-F238E27FC236}">
                <a16:creationId xmlns:a16="http://schemas.microsoft.com/office/drawing/2014/main" id="{933B6319-5525-4D8A-887E-E4F818165A28}"/>
              </a:ext>
            </a:extLst>
          </p:cNvPr>
          <p:cNvGrpSpPr/>
          <p:nvPr userDrawn="1"/>
        </p:nvGrpSpPr>
        <p:grpSpPr>
          <a:xfrm>
            <a:off x="-11" y="-7249"/>
            <a:ext cx="9715502" cy="6565770"/>
            <a:chOff x="-3" y="-14498"/>
            <a:chExt cx="9904415" cy="6565770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5D8260C7-B4EB-4DBE-BAF4-AF33D44C5A96}"/>
                </a:ext>
              </a:extLst>
            </p:cNvPr>
            <p:cNvGrpSpPr/>
            <p:nvPr/>
          </p:nvGrpSpPr>
          <p:grpSpPr>
            <a:xfrm>
              <a:off x="-3" y="1395291"/>
              <a:ext cx="9904406" cy="4479898"/>
              <a:chOff x="0" y="2014836"/>
              <a:chExt cx="18285714" cy="8270878"/>
            </a:xfrm>
          </p:grpSpPr>
          <p:grpSp>
            <p:nvGrpSpPr>
              <p:cNvPr id="27" name="그룹 26">
                <a:extLst>
                  <a:ext uri="{FF2B5EF4-FFF2-40B4-BE49-F238E27FC236}">
                    <a16:creationId xmlns:a16="http://schemas.microsoft.com/office/drawing/2014/main" id="{B091B7F7-4C4F-4BEC-A1AE-1C4EB0DF8DA0}"/>
                  </a:ext>
                </a:extLst>
              </p:cNvPr>
              <p:cNvGrpSpPr/>
              <p:nvPr/>
            </p:nvGrpSpPr>
            <p:grpSpPr>
              <a:xfrm>
                <a:off x="0" y="2014836"/>
                <a:ext cx="18285714" cy="8270878"/>
                <a:chOff x="0" y="2014836"/>
                <a:chExt cx="18285714" cy="8270878"/>
              </a:xfrm>
            </p:grpSpPr>
            <p:pic>
              <p:nvPicPr>
                <p:cNvPr id="30" name="Object 3">
                  <a:extLst>
                    <a:ext uri="{FF2B5EF4-FFF2-40B4-BE49-F238E27FC236}">
                      <a16:creationId xmlns:a16="http://schemas.microsoft.com/office/drawing/2014/main" id="{875F3B52-0EB5-4A53-8991-6E6B13AA94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rightnessContrast bright="2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0" y="2014836"/>
                  <a:ext cx="18285714" cy="8270878"/>
                </a:xfrm>
                <a:prstGeom prst="rect">
                  <a:avLst/>
                </a:prstGeom>
                <a:effectLst>
                  <a:outerShdw blurRad="38100" dist="50800" algn="l" rotWithShape="0">
                    <a:prstClr val="black"/>
                  </a:outerShdw>
                </a:effectLst>
              </p:spPr>
            </p:pic>
          </p:grp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BC86A6FE-B3A1-4643-8945-2E506DE1505C}"/>
                  </a:ext>
                </a:extLst>
              </p:cNvPr>
              <p:cNvGrpSpPr/>
              <p:nvPr/>
            </p:nvGrpSpPr>
            <p:grpSpPr>
              <a:xfrm>
                <a:off x="7116475" y="4580586"/>
                <a:ext cx="856609" cy="433793"/>
                <a:chOff x="7116475" y="4580586"/>
                <a:chExt cx="856609" cy="433793"/>
              </a:xfrm>
            </p:grpSpPr>
            <p:pic>
              <p:nvPicPr>
                <p:cNvPr id="29" name="Object 6">
                  <a:extLst>
                    <a:ext uri="{FF2B5EF4-FFF2-40B4-BE49-F238E27FC236}">
                      <a16:creationId xmlns:a16="http://schemas.microsoft.com/office/drawing/2014/main" id="{4C136111-81A1-4F11-A10D-A82FB171FB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7116475" y="4580586"/>
                  <a:ext cx="856609" cy="433793"/>
                </a:xfrm>
                <a:prstGeom prst="rect">
                  <a:avLst/>
                </a:prstGeom>
              </p:spPr>
            </p:pic>
          </p:grpSp>
        </p:grp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396F4E6C-D611-40DD-B23A-2739BD8B87CC}"/>
                </a:ext>
              </a:extLst>
            </p:cNvPr>
            <p:cNvSpPr/>
            <p:nvPr/>
          </p:nvSpPr>
          <p:spPr>
            <a:xfrm flipV="1">
              <a:off x="-1" y="-14498"/>
              <a:ext cx="9904413" cy="3530764"/>
            </a:xfrm>
            <a:prstGeom prst="rect">
              <a:avLst/>
            </a:prstGeom>
            <a:gradFill flip="none" rotWithShape="1">
              <a:gsLst>
                <a:gs pos="13000">
                  <a:srgbClr val="10319C"/>
                </a:gs>
                <a:gs pos="100000">
                  <a:schemeClr val="accent1">
                    <a:lumMod val="40000"/>
                    <a:lumOff val="60000"/>
                    <a:alpha val="84000"/>
                  </a:schemeClr>
                </a:gs>
              </a:gsLst>
              <a:lin ang="4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64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BFF55B4F-C98A-4887-BDA9-77980A532BF5}"/>
                </a:ext>
              </a:extLst>
            </p:cNvPr>
            <p:cNvSpPr/>
            <p:nvPr/>
          </p:nvSpPr>
          <p:spPr>
            <a:xfrm>
              <a:off x="0" y="3501026"/>
              <a:ext cx="9904403" cy="30502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64"/>
            </a:p>
          </p:txBody>
        </p:sp>
      </p:grp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C5FCE60-B50C-4BBD-B77A-4D91FACF0520}"/>
              </a:ext>
            </a:extLst>
          </p:cNvPr>
          <p:cNvSpPr/>
          <p:nvPr userDrawn="1"/>
        </p:nvSpPr>
        <p:spPr>
          <a:xfrm>
            <a:off x="10" y="3501025"/>
            <a:ext cx="9715490" cy="3335824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64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6E7E222-F04C-4F9E-9535-2F1B96197073}"/>
              </a:ext>
            </a:extLst>
          </p:cNvPr>
          <p:cNvSpPr/>
          <p:nvPr userDrawn="1"/>
        </p:nvSpPr>
        <p:spPr>
          <a:xfrm>
            <a:off x="9715493" y="2343150"/>
            <a:ext cx="235147" cy="370146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64"/>
          </a:p>
        </p:txBody>
      </p:sp>
    </p:spTree>
    <p:extLst>
      <p:ext uri="{BB962C8B-B14F-4D97-AF65-F5344CB8AC3E}">
        <p14:creationId xmlns:p14="http://schemas.microsoft.com/office/powerpoint/2010/main" val="3299657782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9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DB82723C-7B4A-4D9C-98D9-852702FB20E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DB82723C-7B4A-4D9C-98D9-852702FB20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3"/>
            <a:ext cx="874490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764E3662-E05E-453E-A150-0DC4018D6E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3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47977ACE-4258-4ED3-9B92-498F2B2AD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6" y="6357941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75B3A91B-F501-467F-852F-68DB3D735442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5950255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41718059-7EDC-4C3B-B36B-338B6C9E308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41718059-7EDC-4C3B-B36B-338B6C9E308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C99DFDD8-CD22-462C-B014-F1571EAC7610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3" y="6554793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marL="0" marR="0" lvl="0" indent="0" algn="r" defTabSz="938979" rtl="0" eaLnBrk="1" fontAlgn="base" latinLnBrk="0" hangingPunct="1">
              <a:lnSpc>
                <a:spcPts val="1102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83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26DA3517-CAAD-443D-AA83-58E3414C01DD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43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1748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6320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0892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5464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38979" rtl="0" eaLnBrk="1" fontAlgn="base" latinLnBrk="0" hangingPunct="1">
              <a:lnSpc>
                <a:spcPts val="1102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A41ED5-5C57-4D60-B8DA-E35A2DA45BB9}" type="slidenum">
              <a:rPr kumimoji="0" lang="en-US" altLang="ko-KR" sz="979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pPr marL="0" marR="0" lvl="0" indent="0" algn="l" defTabSz="938979" rtl="0" eaLnBrk="1" fontAlgn="base" latinLnBrk="0" hangingPunct="1">
                <a:lnSpc>
                  <a:spcPts val="1102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979" b="1" i="0" u="none" strike="noStrike" kern="120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30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6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16"/>
              </a:spcBef>
              <a:spcAft>
                <a:spcPts val="0"/>
              </a:spcAft>
              <a:defRPr/>
            </a:lvl1pPr>
            <a:lvl3pPr>
              <a:lnSpc>
                <a:spcPct val="106000"/>
              </a:lnSpc>
              <a:spcBef>
                <a:spcPts val="563"/>
              </a:spcBef>
              <a:spcAft>
                <a:spcPts val="0"/>
              </a:spcAft>
              <a:defRPr/>
            </a:lvl3pPr>
            <a:lvl4pPr>
              <a:lnSpc>
                <a:spcPct val="106000"/>
              </a:lnSpc>
              <a:spcBef>
                <a:spcPts val="563"/>
              </a:spcBef>
              <a:spcAft>
                <a:spcPts val="0"/>
              </a:spcAft>
              <a:defRPr/>
            </a:lvl4pPr>
            <a:lvl5pPr>
              <a:lnSpc>
                <a:spcPct val="106000"/>
              </a:lnSpc>
              <a:spcBef>
                <a:spcPts val="563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AD8D6F5-347B-4C38-AC2E-6BB1A80CAA6B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defTabSz="896935" eaLnBrk="0" fontAlgn="base">
              <a:spcBef>
                <a:spcPct val="0"/>
              </a:spcBef>
              <a:spcAft>
                <a:spcPct val="0"/>
              </a:spcAft>
              <a:defRPr/>
            </a:pPr>
            <a:fld id="{2DA935F4-8729-4E4F-AE90-80627BA6F75C}" type="slidenum">
              <a:rPr kumimoji="1" lang="en-US" altLang="ko-KR" kern="1200" smtClean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rPr>
              <a:pPr defTabSz="896935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 kern="1200">
              <a:solidFill>
                <a:prstClr val="white">
                  <a:lumMod val="50000"/>
                </a:prstClr>
              </a:solidFill>
              <a:latin typeface="Arial" panose="020B0604020202020204" pitchFamily="34" charset="0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8E11BD5-05B8-410D-A8E6-2326E8535B00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defTabSz="896935" eaLnBrk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kern="120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rPr>
              <a:t>© 2018 B2L Soft All Right Reserved</a:t>
            </a:r>
          </a:p>
        </p:txBody>
      </p:sp>
    </p:spTree>
    <p:extLst>
      <p:ext uri="{BB962C8B-B14F-4D97-AF65-F5344CB8AC3E}">
        <p14:creationId xmlns:p14="http://schemas.microsoft.com/office/powerpoint/2010/main" val="2831368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4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ags" Target="../tags/tag41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45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44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4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tags" Target="../tags/tag84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ags" Target="../tags/tag8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tags" Target="../tags/tag82.xml"/><Relationship Id="rId5" Type="http://schemas.openxmlformats.org/officeDocument/2006/relationships/slideLayout" Target="../slideLayouts/slideLayout26.xml"/><Relationship Id="rId15" Type="http://schemas.openxmlformats.org/officeDocument/2006/relationships/oleObject" Target="../embeddings/oleObject1.bin"/><Relationship Id="rId10" Type="http://schemas.openxmlformats.org/officeDocument/2006/relationships/tags" Target="../tags/tag81.xml"/><Relationship Id="rId4" Type="http://schemas.openxmlformats.org/officeDocument/2006/relationships/slideLayout" Target="../slideLayouts/slideLayout25.xml"/><Relationship Id="rId9" Type="http://schemas.openxmlformats.org/officeDocument/2006/relationships/theme" Target="../theme/theme3.xml"/><Relationship Id="rId14" Type="http://schemas.openxmlformats.org/officeDocument/2006/relationships/tags" Target="../tags/tag8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tags" Target="../tags/tag119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tags" Target="../tags/tag118.xml"/><Relationship Id="rId2" Type="http://schemas.openxmlformats.org/officeDocument/2006/relationships/slideLayout" Target="../slideLayouts/slideLayout31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tags" Target="../tags/tag117.xml"/><Relationship Id="rId5" Type="http://schemas.openxmlformats.org/officeDocument/2006/relationships/slideLayout" Target="../slideLayouts/slideLayout34.xml"/><Relationship Id="rId15" Type="http://schemas.openxmlformats.org/officeDocument/2006/relationships/tags" Target="../tags/tag121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tags" Target="../tags/tag12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ags" Target="../tags/tag158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tags" Target="../tags/tag157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tags" Target="../tags/tag156.xml"/><Relationship Id="rId5" Type="http://schemas.openxmlformats.org/officeDocument/2006/relationships/slideLayout" Target="../slideLayouts/slideLayout43.xml"/><Relationship Id="rId15" Type="http://schemas.openxmlformats.org/officeDocument/2006/relationships/oleObject" Target="../embeddings/oleObject1.bin"/><Relationship Id="rId10" Type="http://schemas.openxmlformats.org/officeDocument/2006/relationships/tags" Target="../tags/tag155.xml"/><Relationship Id="rId4" Type="http://schemas.openxmlformats.org/officeDocument/2006/relationships/slideLayout" Target="../slideLayouts/slideLayout42.xml"/><Relationship Id="rId9" Type="http://schemas.openxmlformats.org/officeDocument/2006/relationships/theme" Target="../theme/theme5.xml"/><Relationship Id="rId14" Type="http://schemas.openxmlformats.org/officeDocument/2006/relationships/tags" Target="../tags/tag1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tags" Target="../tags/tag193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ags" Target="../tags/tag192.xml"/><Relationship Id="rId2" Type="http://schemas.openxmlformats.org/officeDocument/2006/relationships/slideLayout" Target="../slideLayouts/slideLayout48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tags" Target="../tags/tag191.xml"/><Relationship Id="rId5" Type="http://schemas.openxmlformats.org/officeDocument/2006/relationships/slideLayout" Target="../slideLayouts/slideLayout51.xml"/><Relationship Id="rId15" Type="http://schemas.openxmlformats.org/officeDocument/2006/relationships/tags" Target="../tags/tag195.xml"/><Relationship Id="rId10" Type="http://schemas.openxmlformats.org/officeDocument/2006/relationships/theme" Target="../theme/theme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tags" Target="../tags/tag19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tags" Target="../tags/tag228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ags" Target="../tags/tag227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57.xml"/><Relationship Id="rId16" Type="http://schemas.openxmlformats.org/officeDocument/2006/relationships/tags" Target="../tags/tag231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60.xml"/><Relationship Id="rId15" Type="http://schemas.openxmlformats.org/officeDocument/2006/relationships/tags" Target="../tags/tag23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tags" Target="../tags/tag22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heme" Target="../theme/theme8.xml"/><Relationship Id="rId13" Type="http://schemas.openxmlformats.org/officeDocument/2006/relationships/tags" Target="../tags/tag271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tags" Target="../tags/tag270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tags" Target="../tags/tag269.xml"/><Relationship Id="rId5" Type="http://schemas.openxmlformats.org/officeDocument/2006/relationships/slideLayout" Target="../slideLayouts/slideLayout70.xml"/><Relationship Id="rId10" Type="http://schemas.openxmlformats.org/officeDocument/2006/relationships/tags" Target="../tags/tag268.xml"/><Relationship Id="rId4" Type="http://schemas.openxmlformats.org/officeDocument/2006/relationships/slideLayout" Target="../slideLayouts/slideLayout69.xml"/><Relationship Id="rId9" Type="http://schemas.openxmlformats.org/officeDocument/2006/relationships/tags" Target="../tags/tag267.xml"/><Relationship Id="rId14" Type="http://schemas.openxmlformats.org/officeDocument/2006/relationships/oleObject" Target="../embeddings/oleObject2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tags" Target="../tags/tag286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tags" Target="../tags/tag285.xml"/><Relationship Id="rId2" Type="http://schemas.openxmlformats.org/officeDocument/2006/relationships/slideLayout" Target="../slideLayouts/slideLayout74.xml"/><Relationship Id="rId16" Type="http://schemas.openxmlformats.org/officeDocument/2006/relationships/oleObject" Target="../embeddings/oleObject8.bin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tags" Target="../tags/tag284.xml"/><Relationship Id="rId5" Type="http://schemas.openxmlformats.org/officeDocument/2006/relationships/slideLayout" Target="../slideLayouts/slideLayout77.xml"/><Relationship Id="rId15" Type="http://schemas.openxmlformats.org/officeDocument/2006/relationships/tags" Target="../tags/tag288.xml"/><Relationship Id="rId10" Type="http://schemas.openxmlformats.org/officeDocument/2006/relationships/theme" Target="../theme/theme9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tags" Target="../tags/tag28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13" Type="http://schemas.openxmlformats.org/officeDocument/2006/relationships/theme" Target="../theme/theme10.xml"/><Relationship Id="rId18" Type="http://schemas.openxmlformats.org/officeDocument/2006/relationships/tags" Target="../tags/tag324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slideLayout" Target="../slideLayouts/slideLayout93.xml"/><Relationship Id="rId17" Type="http://schemas.openxmlformats.org/officeDocument/2006/relationships/tags" Target="../tags/tag323.xml"/><Relationship Id="rId2" Type="http://schemas.openxmlformats.org/officeDocument/2006/relationships/slideLayout" Target="../slideLayouts/slideLayout83.xml"/><Relationship Id="rId16" Type="http://schemas.openxmlformats.org/officeDocument/2006/relationships/tags" Target="../tags/tag322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5" Type="http://schemas.openxmlformats.org/officeDocument/2006/relationships/tags" Target="../tags/tag321.xml"/><Relationship Id="rId10" Type="http://schemas.openxmlformats.org/officeDocument/2006/relationships/slideLayout" Target="../slideLayouts/slideLayout91.xml"/><Relationship Id="rId19" Type="http://schemas.openxmlformats.org/officeDocument/2006/relationships/oleObject" Target="../embeddings/oleObject17.bin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Relationship Id="rId14" Type="http://schemas.openxmlformats.org/officeDocument/2006/relationships/tags" Target="../tags/tag320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1.xml"/><Relationship Id="rId13" Type="http://schemas.openxmlformats.org/officeDocument/2006/relationships/tags" Target="../tags/tag364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96.xml"/><Relationship Id="rId7" Type="http://schemas.openxmlformats.org/officeDocument/2006/relationships/slideLayout" Target="../slideLayouts/slideLayout100.xml"/><Relationship Id="rId12" Type="http://schemas.openxmlformats.org/officeDocument/2006/relationships/theme" Target="../theme/theme11.xml"/><Relationship Id="rId17" Type="http://schemas.openxmlformats.org/officeDocument/2006/relationships/tags" Target="../tags/tag368.xml"/><Relationship Id="rId2" Type="http://schemas.openxmlformats.org/officeDocument/2006/relationships/slideLayout" Target="../slideLayouts/slideLayout95.xml"/><Relationship Id="rId16" Type="http://schemas.openxmlformats.org/officeDocument/2006/relationships/tags" Target="../tags/tag367.xml"/><Relationship Id="rId1" Type="http://schemas.openxmlformats.org/officeDocument/2006/relationships/slideLayout" Target="../slideLayouts/slideLayout94.xml"/><Relationship Id="rId6" Type="http://schemas.openxmlformats.org/officeDocument/2006/relationships/slideLayout" Target="../slideLayouts/slideLayout99.xml"/><Relationship Id="rId11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98.xml"/><Relationship Id="rId15" Type="http://schemas.openxmlformats.org/officeDocument/2006/relationships/tags" Target="../tags/tag366.xml"/><Relationship Id="rId10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97.xml"/><Relationship Id="rId9" Type="http://schemas.openxmlformats.org/officeDocument/2006/relationships/slideLayout" Target="../slideLayouts/slideLayout102.xml"/><Relationship Id="rId14" Type="http://schemas.openxmlformats.org/officeDocument/2006/relationships/tags" Target="../tags/tag365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2.xml"/><Relationship Id="rId13" Type="http://schemas.openxmlformats.org/officeDocument/2006/relationships/tags" Target="../tags/tag398.xml"/><Relationship Id="rId3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11.xml"/><Relationship Id="rId12" Type="http://schemas.openxmlformats.org/officeDocument/2006/relationships/tags" Target="../tags/tag397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106.xml"/><Relationship Id="rId16" Type="http://schemas.openxmlformats.org/officeDocument/2006/relationships/tags" Target="../tags/tag401.xml"/><Relationship Id="rId1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10.xml"/><Relationship Id="rId11" Type="http://schemas.openxmlformats.org/officeDocument/2006/relationships/theme" Target="../theme/theme12.xml"/><Relationship Id="rId5" Type="http://schemas.openxmlformats.org/officeDocument/2006/relationships/slideLayout" Target="../slideLayouts/slideLayout109.xml"/><Relationship Id="rId15" Type="http://schemas.openxmlformats.org/officeDocument/2006/relationships/tags" Target="../tags/tag400.xml"/><Relationship Id="rId10" Type="http://schemas.openxmlformats.org/officeDocument/2006/relationships/slideLayout" Target="../slideLayouts/slideLayout114.xml"/><Relationship Id="rId4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13.xml"/><Relationship Id="rId14" Type="http://schemas.openxmlformats.org/officeDocument/2006/relationships/tags" Target="../tags/tag399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tags" Target="../tags/tag439.xml"/><Relationship Id="rId3" Type="http://schemas.openxmlformats.org/officeDocument/2006/relationships/slideLayout" Target="../slideLayouts/slideLayout117.xml"/><Relationship Id="rId7" Type="http://schemas.openxmlformats.org/officeDocument/2006/relationships/tags" Target="../tags/tag438.xml"/><Relationship Id="rId2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15.xml"/><Relationship Id="rId6" Type="http://schemas.openxmlformats.org/officeDocument/2006/relationships/tags" Target="../tags/tag437.xml"/><Relationship Id="rId11" Type="http://schemas.openxmlformats.org/officeDocument/2006/relationships/oleObject" Target="../embeddings/oleObject28.bin"/><Relationship Id="rId5" Type="http://schemas.openxmlformats.org/officeDocument/2006/relationships/theme" Target="../theme/theme13.xml"/><Relationship Id="rId10" Type="http://schemas.openxmlformats.org/officeDocument/2006/relationships/tags" Target="../tags/tag441.xml"/><Relationship Id="rId4" Type="http://schemas.openxmlformats.org/officeDocument/2006/relationships/slideLayout" Target="../slideLayouts/slideLayout118.xml"/><Relationship Id="rId9" Type="http://schemas.openxmlformats.org/officeDocument/2006/relationships/tags" Target="../tags/tag440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6.xml"/><Relationship Id="rId13" Type="http://schemas.openxmlformats.org/officeDocument/2006/relationships/tags" Target="../tags/tag462.xml"/><Relationship Id="rId3" Type="http://schemas.openxmlformats.org/officeDocument/2006/relationships/slideLayout" Target="../slideLayouts/slideLayout121.xml"/><Relationship Id="rId7" Type="http://schemas.openxmlformats.org/officeDocument/2006/relationships/slideLayout" Target="../slideLayouts/slideLayout125.xml"/><Relationship Id="rId12" Type="http://schemas.openxmlformats.org/officeDocument/2006/relationships/tags" Target="../tags/tag461.xml"/><Relationship Id="rId2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9.xml"/><Relationship Id="rId6" Type="http://schemas.openxmlformats.org/officeDocument/2006/relationships/slideLayout" Target="../slideLayouts/slideLayout124.xml"/><Relationship Id="rId11" Type="http://schemas.openxmlformats.org/officeDocument/2006/relationships/tags" Target="../tags/tag460.xml"/><Relationship Id="rId5" Type="http://schemas.openxmlformats.org/officeDocument/2006/relationships/slideLayout" Target="../slideLayouts/slideLayout123.xml"/><Relationship Id="rId15" Type="http://schemas.openxmlformats.org/officeDocument/2006/relationships/oleObject" Target="../embeddings/oleObject1.bin"/><Relationship Id="rId10" Type="http://schemas.openxmlformats.org/officeDocument/2006/relationships/tags" Target="../tags/tag459.xml"/><Relationship Id="rId4" Type="http://schemas.openxmlformats.org/officeDocument/2006/relationships/slideLayout" Target="../slideLayouts/slideLayout122.xml"/><Relationship Id="rId9" Type="http://schemas.openxmlformats.org/officeDocument/2006/relationships/theme" Target="../theme/theme14.xml"/><Relationship Id="rId14" Type="http://schemas.openxmlformats.org/officeDocument/2006/relationships/tags" Target="../tags/tag463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4.xml"/><Relationship Id="rId13" Type="http://schemas.openxmlformats.org/officeDocument/2006/relationships/tags" Target="../tags/tag494.xml"/><Relationship Id="rId3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33.xml"/><Relationship Id="rId12" Type="http://schemas.openxmlformats.org/officeDocument/2006/relationships/tags" Target="../tags/tag493.xml"/><Relationship Id="rId2" Type="http://schemas.openxmlformats.org/officeDocument/2006/relationships/slideLayout" Target="../slideLayouts/slideLayout128.xml"/><Relationship Id="rId1" Type="http://schemas.openxmlformats.org/officeDocument/2006/relationships/slideLayout" Target="../slideLayouts/slideLayout127.xml"/><Relationship Id="rId6" Type="http://schemas.openxmlformats.org/officeDocument/2006/relationships/slideLayout" Target="../slideLayouts/slideLayout132.xml"/><Relationship Id="rId11" Type="http://schemas.openxmlformats.org/officeDocument/2006/relationships/tags" Target="../tags/tag492.xml"/><Relationship Id="rId5" Type="http://schemas.openxmlformats.org/officeDocument/2006/relationships/slideLayout" Target="../slideLayouts/slideLayout131.xml"/><Relationship Id="rId15" Type="http://schemas.openxmlformats.org/officeDocument/2006/relationships/oleObject" Target="../embeddings/oleObject1.bin"/><Relationship Id="rId10" Type="http://schemas.openxmlformats.org/officeDocument/2006/relationships/tags" Target="../tags/tag491.xml"/><Relationship Id="rId4" Type="http://schemas.openxmlformats.org/officeDocument/2006/relationships/slideLayout" Target="../slideLayouts/slideLayout130.xml"/><Relationship Id="rId9" Type="http://schemas.openxmlformats.org/officeDocument/2006/relationships/theme" Target="../theme/theme15.xml"/><Relationship Id="rId14" Type="http://schemas.openxmlformats.org/officeDocument/2006/relationships/tags" Target="../tags/tag495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tags" Target="../tags/tag529.xml"/><Relationship Id="rId3" Type="http://schemas.openxmlformats.org/officeDocument/2006/relationships/slideLayout" Target="../slideLayouts/slideLayout137.xml"/><Relationship Id="rId7" Type="http://schemas.openxmlformats.org/officeDocument/2006/relationships/tags" Target="../tags/tag528.xml"/><Relationship Id="rId2" Type="http://schemas.openxmlformats.org/officeDocument/2006/relationships/slideLayout" Target="../slideLayouts/slideLayout136.xml"/><Relationship Id="rId1" Type="http://schemas.openxmlformats.org/officeDocument/2006/relationships/slideLayout" Target="../slideLayouts/slideLayout135.xml"/><Relationship Id="rId6" Type="http://schemas.openxmlformats.org/officeDocument/2006/relationships/tags" Target="../tags/tag527.xml"/><Relationship Id="rId11" Type="http://schemas.openxmlformats.org/officeDocument/2006/relationships/oleObject" Target="../embeddings/oleObject28.bin"/><Relationship Id="rId5" Type="http://schemas.openxmlformats.org/officeDocument/2006/relationships/theme" Target="../theme/theme16.xml"/><Relationship Id="rId10" Type="http://schemas.openxmlformats.org/officeDocument/2006/relationships/tags" Target="../tags/tag531.xml"/><Relationship Id="rId4" Type="http://schemas.openxmlformats.org/officeDocument/2006/relationships/slideLayout" Target="../slideLayouts/slideLayout138.xml"/><Relationship Id="rId9" Type="http://schemas.openxmlformats.org/officeDocument/2006/relationships/tags" Target="../tags/tag530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6.xml"/><Relationship Id="rId3" Type="http://schemas.openxmlformats.org/officeDocument/2006/relationships/slideLayout" Target="../slideLayouts/slideLayout141.xml"/><Relationship Id="rId7" Type="http://schemas.openxmlformats.org/officeDocument/2006/relationships/slideLayout" Target="../slideLayouts/slideLayout145.xml"/><Relationship Id="rId2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39.xml"/><Relationship Id="rId6" Type="http://schemas.openxmlformats.org/officeDocument/2006/relationships/slideLayout" Target="../slideLayouts/slideLayout144.xml"/><Relationship Id="rId11" Type="http://schemas.openxmlformats.org/officeDocument/2006/relationships/theme" Target="../theme/theme17.xml"/><Relationship Id="rId5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42.xml"/><Relationship Id="rId9" Type="http://schemas.openxmlformats.org/officeDocument/2006/relationships/slideLayout" Target="../slideLayouts/slideLayout147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6.xml"/><Relationship Id="rId13" Type="http://schemas.openxmlformats.org/officeDocument/2006/relationships/tags" Target="../tags/tag565.xml"/><Relationship Id="rId3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55.xml"/><Relationship Id="rId12" Type="http://schemas.openxmlformats.org/officeDocument/2006/relationships/tags" Target="../tags/tag564.xml"/><Relationship Id="rId2" Type="http://schemas.openxmlformats.org/officeDocument/2006/relationships/slideLayout" Target="../slideLayouts/slideLayout150.xml"/><Relationship Id="rId1" Type="http://schemas.openxmlformats.org/officeDocument/2006/relationships/slideLayout" Target="../slideLayouts/slideLayout149.xml"/><Relationship Id="rId6" Type="http://schemas.openxmlformats.org/officeDocument/2006/relationships/slideLayout" Target="../slideLayouts/slideLayout154.xml"/><Relationship Id="rId11" Type="http://schemas.openxmlformats.org/officeDocument/2006/relationships/tags" Target="../tags/tag563.xml"/><Relationship Id="rId5" Type="http://schemas.openxmlformats.org/officeDocument/2006/relationships/slideLayout" Target="../slideLayouts/slideLayout153.xml"/><Relationship Id="rId15" Type="http://schemas.openxmlformats.org/officeDocument/2006/relationships/oleObject" Target="../embeddings/oleObject2.bin"/><Relationship Id="rId10" Type="http://schemas.openxmlformats.org/officeDocument/2006/relationships/tags" Target="../tags/tag562.xml"/><Relationship Id="rId4" Type="http://schemas.openxmlformats.org/officeDocument/2006/relationships/slideLayout" Target="../slideLayouts/slideLayout152.xml"/><Relationship Id="rId9" Type="http://schemas.openxmlformats.org/officeDocument/2006/relationships/theme" Target="../theme/theme18.xml"/><Relationship Id="rId14" Type="http://schemas.openxmlformats.org/officeDocument/2006/relationships/tags" Target="../tags/tag566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4.xml"/><Relationship Id="rId3" Type="http://schemas.openxmlformats.org/officeDocument/2006/relationships/slideLayout" Target="../slideLayouts/slideLayout159.xml"/><Relationship Id="rId7" Type="http://schemas.openxmlformats.org/officeDocument/2006/relationships/slideLayout" Target="../slideLayouts/slideLayout163.xml"/><Relationship Id="rId2" Type="http://schemas.openxmlformats.org/officeDocument/2006/relationships/slideLayout" Target="../slideLayouts/slideLayout158.xml"/><Relationship Id="rId1" Type="http://schemas.openxmlformats.org/officeDocument/2006/relationships/slideLayout" Target="../slideLayouts/slideLayout157.xml"/><Relationship Id="rId6" Type="http://schemas.openxmlformats.org/officeDocument/2006/relationships/slideLayout" Target="../slideLayouts/slideLayout162.xml"/><Relationship Id="rId5" Type="http://schemas.openxmlformats.org/officeDocument/2006/relationships/slideLayout" Target="../slideLayouts/slideLayout161.xml"/><Relationship Id="rId4" Type="http://schemas.openxmlformats.org/officeDocument/2006/relationships/slideLayout" Target="../slideLayouts/slideLayout160.xml"/><Relationship Id="rId9" Type="http://schemas.openxmlformats.org/officeDocument/2006/relationships/theme" Target="../theme/theme19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2.xml"/><Relationship Id="rId13" Type="http://schemas.openxmlformats.org/officeDocument/2006/relationships/tags" Target="../tags/tag602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167.xml"/><Relationship Id="rId7" Type="http://schemas.openxmlformats.org/officeDocument/2006/relationships/slideLayout" Target="../slideLayouts/slideLayout171.xml"/><Relationship Id="rId12" Type="http://schemas.openxmlformats.org/officeDocument/2006/relationships/theme" Target="../theme/theme20.xml"/><Relationship Id="rId17" Type="http://schemas.openxmlformats.org/officeDocument/2006/relationships/tags" Target="../tags/tag606.xml"/><Relationship Id="rId2" Type="http://schemas.openxmlformats.org/officeDocument/2006/relationships/slideLayout" Target="../slideLayouts/slideLayout166.xml"/><Relationship Id="rId16" Type="http://schemas.openxmlformats.org/officeDocument/2006/relationships/tags" Target="../tags/tag605.xml"/><Relationship Id="rId1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5.xml"/><Relationship Id="rId5" Type="http://schemas.openxmlformats.org/officeDocument/2006/relationships/slideLayout" Target="../slideLayouts/slideLayout169.xml"/><Relationship Id="rId15" Type="http://schemas.openxmlformats.org/officeDocument/2006/relationships/tags" Target="../tags/tag604.xml"/><Relationship Id="rId10" Type="http://schemas.openxmlformats.org/officeDocument/2006/relationships/slideLayout" Target="../slideLayouts/slideLayout174.xml"/><Relationship Id="rId4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73.xml"/><Relationship Id="rId14" Type="http://schemas.openxmlformats.org/officeDocument/2006/relationships/tags" Target="../tags/tag603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tags" Target="../tags/tag636.xml"/><Relationship Id="rId3" Type="http://schemas.openxmlformats.org/officeDocument/2006/relationships/slideLayout" Target="../slideLayouts/slideLayout178.xml"/><Relationship Id="rId7" Type="http://schemas.openxmlformats.org/officeDocument/2006/relationships/tags" Target="../tags/tag635.xml"/><Relationship Id="rId12" Type="http://schemas.openxmlformats.org/officeDocument/2006/relationships/oleObject" Target="../embeddings/oleObject2.bin"/><Relationship Id="rId2" Type="http://schemas.openxmlformats.org/officeDocument/2006/relationships/slideLayout" Target="../slideLayouts/slideLayout177.xml"/><Relationship Id="rId1" Type="http://schemas.openxmlformats.org/officeDocument/2006/relationships/slideLayout" Target="../slideLayouts/slideLayout176.xml"/><Relationship Id="rId6" Type="http://schemas.openxmlformats.org/officeDocument/2006/relationships/theme" Target="../theme/theme21.xml"/><Relationship Id="rId11" Type="http://schemas.openxmlformats.org/officeDocument/2006/relationships/tags" Target="../tags/tag639.xml"/><Relationship Id="rId5" Type="http://schemas.openxmlformats.org/officeDocument/2006/relationships/slideLayout" Target="../slideLayouts/slideLayout180.xml"/><Relationship Id="rId10" Type="http://schemas.openxmlformats.org/officeDocument/2006/relationships/tags" Target="../tags/tag638.xml"/><Relationship Id="rId4" Type="http://schemas.openxmlformats.org/officeDocument/2006/relationships/slideLayout" Target="../slideLayouts/slideLayout179.xml"/><Relationship Id="rId9" Type="http://schemas.openxmlformats.org/officeDocument/2006/relationships/tags" Target="../tags/tag637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8.xml"/><Relationship Id="rId3" Type="http://schemas.openxmlformats.org/officeDocument/2006/relationships/slideLayout" Target="../slideLayouts/slideLayout183.xml"/><Relationship Id="rId7" Type="http://schemas.openxmlformats.org/officeDocument/2006/relationships/slideLayout" Target="../slideLayouts/slideLayout187.xml"/><Relationship Id="rId2" Type="http://schemas.openxmlformats.org/officeDocument/2006/relationships/slideLayout" Target="../slideLayouts/slideLayout182.xml"/><Relationship Id="rId1" Type="http://schemas.openxmlformats.org/officeDocument/2006/relationships/slideLayout" Target="../slideLayouts/slideLayout181.xml"/><Relationship Id="rId6" Type="http://schemas.openxmlformats.org/officeDocument/2006/relationships/slideLayout" Target="../slideLayouts/slideLayout186.xml"/><Relationship Id="rId11" Type="http://schemas.openxmlformats.org/officeDocument/2006/relationships/theme" Target="../theme/theme22.xml"/><Relationship Id="rId5" Type="http://schemas.openxmlformats.org/officeDocument/2006/relationships/slideLayout" Target="../slideLayouts/slideLayout185.xml"/><Relationship Id="rId10" Type="http://schemas.openxmlformats.org/officeDocument/2006/relationships/slideLayout" Target="../slideLayouts/slideLayout190.xml"/><Relationship Id="rId4" Type="http://schemas.openxmlformats.org/officeDocument/2006/relationships/slideLayout" Target="../slideLayouts/slideLayout184.xml"/><Relationship Id="rId9" Type="http://schemas.openxmlformats.org/officeDocument/2006/relationships/slideLayout" Target="../slideLayouts/slideLayout18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4" name="Rectangle 1" hidden="1">
            <a:extLst>
              <a:ext uri="{FF2B5EF4-FFF2-40B4-BE49-F238E27FC236}">
                <a16:creationId xmlns:a16="http://schemas.microsoft.com/office/drawing/2014/main" id="{A089FFCC-9A43-4568-B164-A854D6A067AB}"/>
              </a:ext>
            </a:extLst>
          </p:cNvPr>
          <p:cNvGraphicFramePr>
            <a:graphicFrameLocks/>
          </p:cNvGraphicFramePr>
          <p:nvPr>
            <p:custDataLst>
              <p:tags r:id="rId13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0" imgH="0" progId="">
                  <p:embed/>
                </p:oleObj>
              </mc:Choice>
              <mc:Fallback>
                <p:oleObj name="think-cell Slide" r:id="rId18" imgW="0" imgH="0" progId="">
                  <p:embed/>
                  <p:pic>
                    <p:nvPicPr>
                      <p:cNvPr id="33794" name="Rectangle 1" hidden="1">
                        <a:extLst>
                          <a:ext uri="{FF2B5EF4-FFF2-40B4-BE49-F238E27FC236}">
                            <a16:creationId xmlns:a16="http://schemas.microsoft.com/office/drawing/2014/main" id="{A089FFCC-9A43-4568-B164-A854D6A067A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238F886B-A7C4-4814-B3CF-EBB47C49DCB4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6FAB489-03FE-4879-A227-1547A6630987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858B93A0-4216-4A1F-84AD-74263283A296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3797" name="Title Placeholder 1">
            <a:extLst>
              <a:ext uri="{FF2B5EF4-FFF2-40B4-BE49-F238E27FC236}">
                <a16:creationId xmlns:a16="http://schemas.microsoft.com/office/drawing/2014/main" id="{B0ADF980-547D-46B7-975D-22F5874A5913}"/>
              </a:ext>
            </a:extLst>
          </p:cNvPr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FA3D2B1-2841-4382-9533-A8D84D9983C6}"/>
              </a:ext>
            </a:extLst>
          </p:cNvPr>
          <p:cNvSpPr>
            <a:spLocks noChangeArrowheads="1"/>
          </p:cNvSpPr>
          <p:nvPr userDrawn="1">
            <p:custDataLst>
              <p:tags r:id="rId17"/>
            </p:custDataLst>
          </p:nvPr>
        </p:nvSpPr>
        <p:spPr bwMode="auto">
          <a:xfrm>
            <a:off x="7008293" y="659765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</p:spTree>
    <p:extLst>
      <p:ext uri="{BB962C8B-B14F-4D97-AF65-F5344CB8AC3E}">
        <p14:creationId xmlns:p14="http://schemas.microsoft.com/office/powerpoint/2010/main" val="1254580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6" name="Rectangle 1" hidden="1">
            <a:extLst>
              <a:ext uri="{FF2B5EF4-FFF2-40B4-BE49-F238E27FC236}">
                <a16:creationId xmlns:a16="http://schemas.microsoft.com/office/drawing/2014/main" id="{605899F0-1397-4C35-ABF8-A6AD9E3C53C1}"/>
              </a:ext>
            </a:extLst>
          </p:cNvPr>
          <p:cNvGraphicFramePr>
            <a:graphicFrameLocks/>
          </p:cNvGraphicFramePr>
          <p:nvPr>
            <p:custDataLst>
              <p:tags r:id="rId1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36866" name="Rectangle 1" hidden="1">
                        <a:extLst>
                          <a:ext uri="{FF2B5EF4-FFF2-40B4-BE49-F238E27FC236}">
                            <a16:creationId xmlns:a16="http://schemas.microsoft.com/office/drawing/2014/main" id="{605899F0-1397-4C35-ABF8-A6AD9E3C53C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EC27F8F-EAAD-4961-9541-793122A7EF9F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D68201B-1615-4F90-AC3E-478418A4DD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885281B1-5EC5-4D43-B2AA-3D72B8B0F1E6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4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8B756B6-2FC0-43A1-9327-47C7C2B4309E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6870" name="Title Placeholder 1">
            <a:extLst>
              <a:ext uri="{FF2B5EF4-FFF2-40B4-BE49-F238E27FC236}">
                <a16:creationId xmlns:a16="http://schemas.microsoft.com/office/drawing/2014/main" id="{8111BD3B-B4D4-4126-83B5-6C90DEE9731E}"/>
              </a:ext>
            </a:extLst>
          </p:cNvPr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067762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35" r:id="rId2"/>
    <p:sldLayoutId id="2147483936" r:id="rId3"/>
    <p:sldLayoutId id="2147483937" r:id="rId4"/>
    <p:sldLayoutId id="2147483938" r:id="rId5"/>
    <p:sldLayoutId id="2147483939" r:id="rId6"/>
    <p:sldLayoutId id="2147483940" r:id="rId7"/>
    <p:sldLayoutId id="2147483941" r:id="rId8"/>
    <p:sldLayoutId id="2147483942" r:id="rId9"/>
    <p:sldLayoutId id="2147483943" r:id="rId10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1D47B772-9CF0-4810-B031-F31E030F22BF}"/>
              </a:ext>
            </a:extLst>
          </p:cNvPr>
          <p:cNvGraphicFramePr>
            <a:graphicFrameLocks/>
          </p:cNvGraphicFramePr>
          <p:nvPr>
            <p:custDataLst>
              <p:tags r:id="rId10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0" imgH="0" progId="">
                  <p:embed/>
                </p:oleObj>
              </mc:Choice>
              <mc:Fallback>
                <p:oleObj name="think-cell Slide" r:id="rId15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1D47B772-9CF0-4810-B031-F31E030F22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C2B5B20A-CDB3-4135-A58E-7BC14191D5E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5A2EB04-7643-471E-BBA2-975B8F247A6B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C6BC61A-F314-4FB9-B426-8A2CFEAC4E92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50677C-A0AA-4346-AD57-86353E489B1E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13F1C94B-F676-4990-B4E1-E18553A12D31}"/>
              </a:ext>
            </a:extLst>
          </p:cNvPr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73313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7" r:id="rId2"/>
    <p:sldLayoutId id="2147483948" r:id="rId3"/>
    <p:sldLayoutId id="2147483950" r:id="rId4"/>
    <p:sldLayoutId id="2147483951" r:id="rId5"/>
    <p:sldLayoutId id="2147483952" r:id="rId6"/>
    <p:sldLayoutId id="2147483953" r:id="rId7"/>
    <p:sldLayoutId id="2147483954" r:id="rId8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6" name="Rectangle 1" hidden="1">
            <a:extLst>
              <a:ext uri="{FF2B5EF4-FFF2-40B4-BE49-F238E27FC236}">
                <a16:creationId xmlns:a16="http://schemas.microsoft.com/office/drawing/2014/main" id="{605899F0-1397-4C35-ABF8-A6AD9E3C53C1}"/>
              </a:ext>
            </a:extLst>
          </p:cNvPr>
          <p:cNvGraphicFramePr>
            <a:graphicFrameLocks/>
          </p:cNvGraphicFramePr>
          <p:nvPr>
            <p:custDataLst>
              <p:tags r:id="rId1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0" imgH="0" progId="">
                  <p:embed/>
                </p:oleObj>
              </mc:Choice>
              <mc:Fallback>
                <p:oleObj name="think-cell Slide" r:id="rId16" imgW="0" imgH="0" progId="">
                  <p:embed/>
                  <p:pic>
                    <p:nvPicPr>
                      <p:cNvPr id="36866" name="Rectangle 1" hidden="1">
                        <a:extLst>
                          <a:ext uri="{FF2B5EF4-FFF2-40B4-BE49-F238E27FC236}">
                            <a16:creationId xmlns:a16="http://schemas.microsoft.com/office/drawing/2014/main" id="{605899F0-1397-4C35-ABF8-A6AD9E3C53C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EC27F8F-EAAD-4961-9541-793122A7EF9F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D68201B-1615-4F90-AC3E-478418A4DD4E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885281B1-5EC5-4D43-B2AA-3D72B8B0F1E6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8B756B6-2FC0-43A1-9327-47C7C2B4309E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6870" name="Title Placeholder 1">
            <a:extLst>
              <a:ext uri="{FF2B5EF4-FFF2-40B4-BE49-F238E27FC236}">
                <a16:creationId xmlns:a16="http://schemas.microsoft.com/office/drawing/2014/main" id="{8111BD3B-B4D4-4126-83B5-6C90DEE9731E}"/>
              </a:ext>
            </a:extLst>
          </p:cNvPr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12665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3" r:id="rId1"/>
    <p:sldLayoutId id="2147484094" r:id="rId2"/>
    <p:sldLayoutId id="2147484095" r:id="rId3"/>
    <p:sldLayoutId id="2147484096" r:id="rId4"/>
    <p:sldLayoutId id="2147484097" r:id="rId5"/>
    <p:sldLayoutId id="2147484098" r:id="rId6"/>
    <p:sldLayoutId id="2147484099" r:id="rId7"/>
    <p:sldLayoutId id="2147484100" r:id="rId8"/>
    <p:sldLayoutId id="2147484101" r:id="rId9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1D47B772-9CF0-4810-B031-F31E030F22BF}"/>
              </a:ext>
            </a:extLst>
          </p:cNvPr>
          <p:cNvGraphicFramePr>
            <a:graphicFrameLocks/>
          </p:cNvGraphicFramePr>
          <p:nvPr>
            <p:custDataLst>
              <p:tags r:id="rId10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0" imgH="0" progId="">
                  <p:embed/>
                </p:oleObj>
              </mc:Choice>
              <mc:Fallback>
                <p:oleObj name="think-cell Slide" r:id="rId15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1D47B772-9CF0-4810-B031-F31E030F22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C2B5B20A-CDB3-4135-A58E-7BC14191D5E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5A2EB04-7643-471E-BBA2-975B8F247A6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C6BC61A-F314-4FB9-B426-8A2CFEAC4E92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50677C-A0AA-4346-AD57-86353E489B1E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13F1C94B-F676-4990-B4E1-E18553A12D31}"/>
              </a:ext>
            </a:extLst>
          </p:cNvPr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46518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4" r:id="rId1"/>
    <p:sldLayoutId id="2147484105" r:id="rId2"/>
    <p:sldLayoutId id="2147484106" r:id="rId3"/>
    <p:sldLayoutId id="2147484108" r:id="rId4"/>
    <p:sldLayoutId id="2147484109" r:id="rId5"/>
    <p:sldLayoutId id="2147484110" r:id="rId6"/>
    <p:sldLayoutId id="2147484111" r:id="rId7"/>
    <p:sldLayoutId id="2147484112" r:id="rId8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1D47B772-9CF0-4810-B031-F31E030F22BF}"/>
              </a:ext>
            </a:extLst>
          </p:cNvPr>
          <p:cNvGraphicFramePr>
            <a:graphicFrameLocks/>
          </p:cNvGraphicFramePr>
          <p:nvPr>
            <p:custDataLst>
              <p:tags r:id="rId1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0" imgH="0" progId="">
                  <p:embed/>
                </p:oleObj>
              </mc:Choice>
              <mc:Fallback>
                <p:oleObj name="think-cell Slide" r:id="rId16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1D47B772-9CF0-4810-B031-F31E030F22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C2B5B20A-CDB3-4135-A58E-7BC14191D5E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5A2EB04-7643-471E-BBA2-975B8F247A6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C6BC61A-F314-4FB9-B426-8A2CFEAC4E92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50677C-A0AA-4346-AD57-86353E489B1E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13F1C94B-F676-4990-B4E1-E18553A12D31}"/>
              </a:ext>
            </a:extLst>
          </p:cNvPr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348964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5" r:id="rId1"/>
    <p:sldLayoutId id="2147484116" r:id="rId2"/>
    <p:sldLayoutId id="2147484117" r:id="rId3"/>
    <p:sldLayoutId id="2147484118" r:id="rId4"/>
    <p:sldLayoutId id="2147484119" r:id="rId5"/>
    <p:sldLayoutId id="2147484120" r:id="rId6"/>
    <p:sldLayoutId id="2147484121" r:id="rId7"/>
    <p:sldLayoutId id="2147484122" r:id="rId8"/>
    <p:sldLayoutId id="2147485084" r:id="rId9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1D47B772-9CF0-4810-B031-F31E030F22BF}"/>
              </a:ext>
            </a:extLst>
          </p:cNvPr>
          <p:cNvGraphicFramePr>
            <a:graphicFrameLocks/>
          </p:cNvGraphicFramePr>
          <p:nvPr>
            <p:custDataLst>
              <p:tags r:id="rId12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1D47B772-9CF0-4810-B031-F31E030F22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C2B5B20A-CDB3-4135-A58E-7BC14191D5E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442481" y="6554791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3"/>
              </a:lnSpc>
              <a:defRPr kumimoji="0" sz="998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5A2EB04-7643-471E-BBA2-975B8F247A6B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C6BC61A-F314-4FB9-B426-8A2CFEAC4E92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4"/>
            </p:custDataLst>
          </p:nvPr>
        </p:nvSpPr>
        <p:spPr>
          <a:xfrm>
            <a:off x="819936" y="6554791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3"/>
              </a:lnSpc>
              <a:defRPr kumimoji="0" sz="998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50677C-A0AA-4346-AD57-86353E489B1E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797362" y="655479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13F1C94B-F676-4990-B4E1-E18553A12D31}"/>
              </a:ext>
            </a:extLst>
          </p:cNvPr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 bwMode="auto">
          <a:xfrm>
            <a:off x="421863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114807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1" r:id="rId1"/>
    <p:sldLayoutId id="2147484302" r:id="rId2"/>
    <p:sldLayoutId id="2147484303" r:id="rId3"/>
    <p:sldLayoutId id="2147484304" r:id="rId4"/>
    <p:sldLayoutId id="2147484305" r:id="rId5"/>
    <p:sldLayoutId id="2147484306" r:id="rId6"/>
    <p:sldLayoutId id="2147484307" r:id="rId7"/>
    <p:sldLayoutId id="2147484308" r:id="rId8"/>
    <p:sldLayoutId id="2147484309" r:id="rId9"/>
    <p:sldLayoutId id="2147484310" r:id="rId10"/>
  </p:sldLayoutIdLst>
  <p:hf hdr="0" ftr="0" dt="0"/>
  <p:txStyles>
    <p:titleStyle>
      <a:lvl1pPr algn="l" defTabSz="955350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5350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5350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5350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5350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8897" algn="l" rtl="0" eaLnBrk="1" fontAlgn="base" latinLnBrk="1" hangingPunct="1">
        <a:spcBef>
          <a:spcPct val="0"/>
        </a:spcBef>
        <a:spcAft>
          <a:spcPct val="0"/>
        </a:spcAft>
        <a:defRPr sz="2296" b="1">
          <a:solidFill>
            <a:schemeClr val="accent1"/>
          </a:solidFill>
          <a:latin typeface="Arial" charset="0"/>
        </a:defRPr>
      </a:lvl6pPr>
      <a:lvl7pPr marL="857793" algn="l" rtl="0" eaLnBrk="1" fontAlgn="base" latinLnBrk="1" hangingPunct="1">
        <a:spcBef>
          <a:spcPct val="0"/>
        </a:spcBef>
        <a:spcAft>
          <a:spcPct val="0"/>
        </a:spcAft>
        <a:defRPr sz="2296" b="1">
          <a:solidFill>
            <a:schemeClr val="accent1"/>
          </a:solidFill>
          <a:latin typeface="Arial" charset="0"/>
        </a:defRPr>
      </a:lvl7pPr>
      <a:lvl8pPr marL="1286691" algn="l" rtl="0" eaLnBrk="1" fontAlgn="base" latinLnBrk="1" hangingPunct="1">
        <a:spcBef>
          <a:spcPct val="0"/>
        </a:spcBef>
        <a:spcAft>
          <a:spcPct val="0"/>
        </a:spcAft>
        <a:defRPr sz="2296" b="1">
          <a:solidFill>
            <a:schemeClr val="accent1"/>
          </a:solidFill>
          <a:latin typeface="Arial" charset="0"/>
        </a:defRPr>
      </a:lvl8pPr>
      <a:lvl9pPr marL="1715588" algn="l" rtl="0" eaLnBrk="1" fontAlgn="base" latinLnBrk="1" hangingPunct="1">
        <a:spcBef>
          <a:spcPct val="0"/>
        </a:spcBef>
        <a:spcAft>
          <a:spcPct val="0"/>
        </a:spcAft>
        <a:defRPr sz="2296" b="1">
          <a:solidFill>
            <a:schemeClr val="accent1"/>
          </a:solidFill>
          <a:latin typeface="Arial" charset="0"/>
        </a:defRPr>
      </a:lvl9pPr>
    </p:titleStyle>
    <p:bodyStyle>
      <a:lvl1pPr marL="358058" indent="-358058" algn="l" defTabSz="955350" rtl="0" eaLnBrk="0" fontAlgn="base" latinLnBrk="1" hangingPunct="0">
        <a:lnSpc>
          <a:spcPct val="106000"/>
        </a:lnSpc>
        <a:spcBef>
          <a:spcPts val="1348"/>
        </a:spcBef>
        <a:spcAft>
          <a:spcPct val="0"/>
        </a:spcAft>
        <a:buFont typeface="Arial" panose="020B0604020202020204" pitchFamily="34" charset="0"/>
        <a:defRPr lang="en-US" sz="1398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120" indent="-190120" algn="l" defTabSz="955350" rtl="0" eaLnBrk="0" fontAlgn="base" latinLnBrk="1" hangingPunct="0">
        <a:lnSpc>
          <a:spcPct val="106000"/>
        </a:lnSpc>
        <a:spcBef>
          <a:spcPts val="1348"/>
        </a:spcBef>
        <a:spcAft>
          <a:spcPct val="0"/>
        </a:spcAft>
        <a:buFont typeface="Arial" panose="020B0604020202020204" pitchFamily="34" charset="0"/>
        <a:buChar char="•"/>
        <a:defRPr lang="en-US" sz="1398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317" indent="-182198" algn="l" defTabSz="955350" rtl="0" eaLnBrk="0" fontAlgn="base" latinLnBrk="1" hangingPunct="0">
        <a:lnSpc>
          <a:spcPct val="106000"/>
        </a:lnSpc>
        <a:spcBef>
          <a:spcPts val="573"/>
        </a:spcBef>
        <a:spcAft>
          <a:spcPct val="0"/>
        </a:spcAft>
        <a:buFont typeface="Arial" panose="020B0604020202020204" pitchFamily="34" charset="0"/>
        <a:buChar char="‒"/>
        <a:defRPr lang="en-US" sz="1198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020" indent="-190120" algn="l" defTabSz="955350" rtl="0" eaLnBrk="0" fontAlgn="base" latinLnBrk="1" hangingPunct="0">
        <a:lnSpc>
          <a:spcPct val="106000"/>
        </a:lnSpc>
        <a:spcBef>
          <a:spcPts val="573"/>
        </a:spcBef>
        <a:spcAft>
          <a:spcPct val="0"/>
        </a:spcAft>
        <a:buFont typeface="Arial" panose="020B0604020202020204" pitchFamily="34" charset="0"/>
        <a:buChar char="•"/>
        <a:defRPr lang="en-US" sz="1198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049" indent="-179030" algn="l" defTabSz="955350" rtl="0" eaLnBrk="0" fontAlgn="base" latinLnBrk="1" hangingPunct="0">
        <a:lnSpc>
          <a:spcPct val="106000"/>
        </a:lnSpc>
        <a:spcBef>
          <a:spcPts val="573"/>
        </a:spcBef>
        <a:spcAft>
          <a:spcPct val="0"/>
        </a:spcAft>
        <a:buFont typeface="Arial" panose="020B0604020202020204" pitchFamily="34" charset="0"/>
        <a:buChar char="‒"/>
        <a:defRPr lang="en-GB" sz="1198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39923" indent="-171262" algn="l" defTabSz="857793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8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2673" indent="-172750" algn="l" defTabSz="857793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8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5000" indent="-162326" algn="l" defTabSz="857793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8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6259" indent="-171262" algn="l" defTabSz="857793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8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1pPr>
      <a:lvl2pPr marL="428897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2pPr>
      <a:lvl3pPr marL="857793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3pPr>
      <a:lvl4pPr marL="1286691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4pPr>
      <a:lvl5pPr marL="1715588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5pPr>
      <a:lvl6pPr marL="2144484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6pPr>
      <a:lvl7pPr marL="2573381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7pPr>
      <a:lvl8pPr marL="3002278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8pPr>
      <a:lvl9pPr marL="3431175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EB04DD27-ACDF-41CA-A39A-94030B8323CC}"/>
              </a:ext>
            </a:extLst>
          </p:cNvPr>
          <p:cNvGraphicFramePr>
            <a:graphicFrameLocks/>
          </p:cNvGraphicFramePr>
          <p:nvPr>
            <p:custDataLst>
              <p:tags r:id="rId9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0" imgH="0" progId="">
                  <p:embed/>
                </p:oleObj>
              </mc:Choice>
              <mc:Fallback>
                <p:oleObj name="think-cell Slide" r:id="rId14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EB04DD27-ACDF-41CA-A39A-94030B8323C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8618C5D9-E91C-4DC6-AC47-61CFE63DE380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6BE9B49B-B391-42EF-A27D-AFE0820DF8A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49AD344B-C612-4C49-B5A7-2AA25EF79BB3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815D746-C2DE-47D4-947B-30EF5198BA08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E2335987-E46B-47CA-890B-171C445E9CEA}"/>
              </a:ext>
            </a:extLst>
          </p:cNvPr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678534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85" r:id="rId1"/>
    <p:sldLayoutId id="2147484586" r:id="rId2"/>
    <p:sldLayoutId id="2147484587" r:id="rId3"/>
    <p:sldLayoutId id="2147484588" r:id="rId4"/>
    <p:sldLayoutId id="2147484589" r:id="rId5"/>
    <p:sldLayoutId id="2147484590" r:id="rId6"/>
    <p:sldLayoutId id="2147484591" r:id="rId7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1E38C0ED-FDF5-4D0A-B0A3-D60EFE894FE9}"/>
              </a:ext>
            </a:extLst>
          </p:cNvPr>
          <p:cNvGraphicFramePr>
            <a:graphicFrameLocks/>
          </p:cNvGraphicFramePr>
          <p:nvPr>
            <p:custDataLst>
              <p:tags r:id="rId1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0" imgH="0" progId="">
                  <p:embed/>
                </p:oleObj>
              </mc:Choice>
              <mc:Fallback>
                <p:oleObj name="think-cell Slide" r:id="rId16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1E38C0ED-FDF5-4D0A-B0A3-D60EFE894FE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1CBB77C-6D49-479E-A2BB-F3FBFB0E4970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6DC3C8D2-EA8A-4204-A68E-0B71583ABA3D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DE45B389-1971-492E-8AEB-934EB546A26A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E5EE4B6-6BAA-4038-B454-22253A6D09CE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9E71A416-37F4-42A1-AF88-AB6B8DD17A5C}"/>
              </a:ext>
            </a:extLst>
          </p:cNvPr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36328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26" r:id="rId1"/>
    <p:sldLayoutId id="2147484727" r:id="rId2"/>
    <p:sldLayoutId id="2147484728" r:id="rId3"/>
    <p:sldLayoutId id="2147484730" r:id="rId4"/>
    <p:sldLayoutId id="2147484731" r:id="rId5"/>
    <p:sldLayoutId id="2147484732" r:id="rId6"/>
    <p:sldLayoutId id="2147484733" r:id="rId7"/>
    <p:sldLayoutId id="2147484734" r:id="rId8"/>
    <p:sldLayoutId id="2147484735" r:id="rId9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8" name="Rectangle 1" hidden="1">
            <a:extLst>
              <a:ext uri="{FF2B5EF4-FFF2-40B4-BE49-F238E27FC236}">
                <a16:creationId xmlns:a16="http://schemas.microsoft.com/office/drawing/2014/main" id="{ACD931DF-CAFD-4F02-B58A-7D3E552AAEF9}"/>
              </a:ext>
            </a:extLst>
          </p:cNvPr>
          <p:cNvGraphicFramePr>
            <a:graphicFrameLocks/>
          </p:cNvGraphicFramePr>
          <p:nvPr>
            <p:custDataLst>
              <p:tags r:id="rId14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0" imgH="0" progId="">
                  <p:embed/>
                </p:oleObj>
              </mc:Choice>
              <mc:Fallback>
                <p:oleObj name="think-cell Slide" r:id="rId19" imgW="0" imgH="0" progId="">
                  <p:embed/>
                  <p:pic>
                    <p:nvPicPr>
                      <p:cNvPr id="34818" name="Rectangle 1" hidden="1">
                        <a:extLst>
                          <a:ext uri="{FF2B5EF4-FFF2-40B4-BE49-F238E27FC236}">
                            <a16:creationId xmlns:a16="http://schemas.microsoft.com/office/drawing/2014/main" id="{ACD931DF-CAFD-4F02-B58A-7D3E552AAEF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C2C6BD1F-CC4C-4A42-8BDB-10051E6C6B84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5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fld id="{D5514C8A-C250-49B1-83CE-C5C46084EC66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EDAC9B9D-02BF-442C-8011-9EFD6BA53E8E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CAD2F32-253C-433B-A277-18140FF7CBBA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4822" name="Title Placeholder 1">
            <a:extLst>
              <a:ext uri="{FF2B5EF4-FFF2-40B4-BE49-F238E27FC236}">
                <a16:creationId xmlns:a16="http://schemas.microsoft.com/office/drawing/2014/main" id="{0291B92C-8838-405C-8655-DF9D181E70DE}"/>
              </a:ext>
            </a:extLst>
          </p:cNvPr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048002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37" r:id="rId1"/>
    <p:sldLayoutId id="2147484738" r:id="rId2"/>
    <p:sldLayoutId id="2147484739" r:id="rId3"/>
    <p:sldLayoutId id="2147484740" r:id="rId4"/>
    <p:sldLayoutId id="2147484741" r:id="rId5"/>
    <p:sldLayoutId id="2147484742" r:id="rId6"/>
    <p:sldLayoutId id="2147484743" r:id="rId7"/>
    <p:sldLayoutId id="2147484744" r:id="rId8"/>
    <p:sldLayoutId id="2147484745" r:id="rId9"/>
    <p:sldLayoutId id="2147484746" r:id="rId10"/>
    <p:sldLayoutId id="2147484747" r:id="rId11"/>
    <p:sldLayoutId id="2147484748" r:id="rId12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1D47B772-9CF0-4810-B031-F31E030F22BF}"/>
              </a:ext>
            </a:extLst>
          </p:cNvPr>
          <p:cNvGraphicFramePr>
            <a:graphicFrameLocks/>
          </p:cNvGraphicFramePr>
          <p:nvPr>
            <p:custDataLst>
              <p:tags r:id="rId13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0" imgH="0" progId="">
                  <p:embed/>
                </p:oleObj>
              </mc:Choice>
              <mc:Fallback>
                <p:oleObj name="think-cell Slide" r:id="rId18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1D47B772-9CF0-4810-B031-F31E030F22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C2B5B20A-CDB3-4135-A58E-7BC14191D5E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5A2EB04-7643-471E-BBA2-975B8F247A6B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C6BC61A-F314-4FB9-B426-8A2CFEAC4E92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50677C-A0AA-4346-AD57-86353E489B1E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13F1C94B-F676-4990-B4E1-E18553A12D31}"/>
              </a:ext>
            </a:extLst>
          </p:cNvPr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818901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83" r:id="rId1"/>
    <p:sldLayoutId id="2147484884" r:id="rId2"/>
    <p:sldLayoutId id="2147484885" r:id="rId3"/>
    <p:sldLayoutId id="2147484886" r:id="rId4"/>
    <p:sldLayoutId id="2147484887" r:id="rId5"/>
    <p:sldLayoutId id="2147484888" r:id="rId6"/>
    <p:sldLayoutId id="2147484889" r:id="rId7"/>
    <p:sldLayoutId id="2147484890" r:id="rId8"/>
    <p:sldLayoutId id="2147484891" r:id="rId9"/>
    <p:sldLayoutId id="2147484892" r:id="rId10"/>
    <p:sldLayoutId id="2147484893" r:id="rId11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1D47B772-9CF0-4810-B031-F31E030F22BF}"/>
              </a:ext>
            </a:extLst>
          </p:cNvPr>
          <p:cNvGraphicFramePr>
            <a:graphicFrameLocks/>
          </p:cNvGraphicFramePr>
          <p:nvPr>
            <p:custDataLst>
              <p:tags r:id="rId12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1D47B772-9CF0-4810-B031-F31E030F22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C2B5B20A-CDB3-4135-A58E-7BC14191D5E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442482" y="6554793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2"/>
              </a:lnSpc>
              <a:defRPr kumimoji="0" sz="997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5A2EB04-7643-471E-BBA2-975B8F247A6B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C6BC61A-F314-4FB9-B426-8A2CFEAC4E92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4"/>
            </p:custDataLst>
          </p:nvPr>
        </p:nvSpPr>
        <p:spPr>
          <a:xfrm>
            <a:off x="819937" y="6554793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2"/>
              </a:lnSpc>
              <a:defRPr kumimoji="0" sz="997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50677C-A0AA-4346-AD57-86353E489B1E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797363" y="6554793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2"/>
              </a:lnSpc>
              <a:defRPr/>
            </a:pPr>
            <a:r>
              <a:rPr kumimoji="0" lang="en-US" altLang="ko-KR" sz="797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13F1C94B-F676-4990-B4E1-E18553A12D31}"/>
              </a:ext>
            </a:extLst>
          </p:cNvPr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 bwMode="auto">
          <a:xfrm>
            <a:off x="421864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69654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5" r:id="rId1"/>
    <p:sldLayoutId id="2147484896" r:id="rId2"/>
    <p:sldLayoutId id="2147484897" r:id="rId3"/>
    <p:sldLayoutId id="2147484898" r:id="rId4"/>
    <p:sldLayoutId id="2147484899" r:id="rId5"/>
    <p:sldLayoutId id="2147484900" r:id="rId6"/>
    <p:sldLayoutId id="2147484901" r:id="rId7"/>
    <p:sldLayoutId id="2147484902" r:id="rId8"/>
    <p:sldLayoutId id="2147484903" r:id="rId9"/>
    <p:sldLayoutId id="2147484904" r:id="rId10"/>
  </p:sldLayoutIdLst>
  <p:hf hdr="0" ftr="0" dt="0"/>
  <p:txStyles>
    <p:titleStyle>
      <a:lvl1pPr algn="l" defTabSz="954395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4395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4395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4395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4395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8468" algn="l" rtl="0" eaLnBrk="1" fontAlgn="base" latinLnBrk="1" hangingPunct="1">
        <a:spcBef>
          <a:spcPct val="0"/>
        </a:spcBef>
        <a:spcAft>
          <a:spcPct val="0"/>
        </a:spcAft>
        <a:defRPr sz="2294" b="1">
          <a:solidFill>
            <a:schemeClr val="accent1"/>
          </a:solidFill>
          <a:latin typeface="Arial" charset="0"/>
        </a:defRPr>
      </a:lvl6pPr>
      <a:lvl7pPr marL="856935" algn="l" rtl="0" eaLnBrk="1" fontAlgn="base" latinLnBrk="1" hangingPunct="1">
        <a:spcBef>
          <a:spcPct val="0"/>
        </a:spcBef>
        <a:spcAft>
          <a:spcPct val="0"/>
        </a:spcAft>
        <a:defRPr sz="2294" b="1">
          <a:solidFill>
            <a:schemeClr val="accent1"/>
          </a:solidFill>
          <a:latin typeface="Arial" charset="0"/>
        </a:defRPr>
      </a:lvl7pPr>
      <a:lvl8pPr marL="1285404" algn="l" rtl="0" eaLnBrk="1" fontAlgn="base" latinLnBrk="1" hangingPunct="1">
        <a:spcBef>
          <a:spcPct val="0"/>
        </a:spcBef>
        <a:spcAft>
          <a:spcPct val="0"/>
        </a:spcAft>
        <a:defRPr sz="2294" b="1">
          <a:solidFill>
            <a:schemeClr val="accent1"/>
          </a:solidFill>
          <a:latin typeface="Arial" charset="0"/>
        </a:defRPr>
      </a:lvl8pPr>
      <a:lvl9pPr marL="1713872" algn="l" rtl="0" eaLnBrk="1" fontAlgn="base" latinLnBrk="1" hangingPunct="1">
        <a:spcBef>
          <a:spcPct val="0"/>
        </a:spcBef>
        <a:spcAft>
          <a:spcPct val="0"/>
        </a:spcAft>
        <a:defRPr sz="2294" b="1">
          <a:solidFill>
            <a:schemeClr val="accent1"/>
          </a:solidFill>
          <a:latin typeface="Arial" charset="0"/>
        </a:defRPr>
      </a:lvl9pPr>
    </p:titleStyle>
    <p:bodyStyle>
      <a:lvl1pPr marL="357700" indent="-357700" algn="l" defTabSz="954395" rtl="0" eaLnBrk="0" fontAlgn="base" latinLnBrk="1" hangingPunct="0">
        <a:lnSpc>
          <a:spcPct val="106000"/>
        </a:lnSpc>
        <a:spcBef>
          <a:spcPts val="1347"/>
        </a:spcBef>
        <a:spcAft>
          <a:spcPct val="0"/>
        </a:spcAft>
        <a:buFont typeface="Arial" panose="020B0604020202020204" pitchFamily="34" charset="0"/>
        <a:defRPr lang="en-US" sz="1397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89930" indent="-189930" algn="l" defTabSz="954395" rtl="0" eaLnBrk="0" fontAlgn="base" latinLnBrk="1" hangingPunct="0">
        <a:lnSpc>
          <a:spcPct val="106000"/>
        </a:lnSpc>
        <a:spcBef>
          <a:spcPts val="1347"/>
        </a:spcBef>
        <a:spcAft>
          <a:spcPct val="0"/>
        </a:spcAft>
        <a:buFont typeface="Arial" panose="020B0604020202020204" pitchFamily="34" charset="0"/>
        <a:buChar char="•"/>
        <a:defRPr lang="en-US" sz="1397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1945" indent="-182016" algn="l" defTabSz="954395" rtl="0" eaLnBrk="0" fontAlgn="base" latinLnBrk="1" hangingPunct="0">
        <a:lnSpc>
          <a:spcPct val="106000"/>
        </a:lnSpc>
        <a:spcBef>
          <a:spcPts val="572"/>
        </a:spcBef>
        <a:spcAft>
          <a:spcPct val="0"/>
        </a:spcAft>
        <a:buFont typeface="Arial" panose="020B0604020202020204" pitchFamily="34" charset="0"/>
        <a:buChar char="‒"/>
        <a:defRPr lang="en-US" sz="1197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3456" indent="-189930" algn="l" defTabSz="954395" rtl="0" eaLnBrk="0" fontAlgn="base" latinLnBrk="1" hangingPunct="0">
        <a:lnSpc>
          <a:spcPct val="106000"/>
        </a:lnSpc>
        <a:spcBef>
          <a:spcPts val="572"/>
        </a:spcBef>
        <a:spcAft>
          <a:spcPct val="0"/>
        </a:spcAft>
        <a:buFont typeface="Arial" panose="020B0604020202020204" pitchFamily="34" charset="0"/>
        <a:buChar char="•"/>
        <a:defRPr lang="en-US" sz="1197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2306" indent="-178851" algn="l" defTabSz="954395" rtl="0" eaLnBrk="0" fontAlgn="base" latinLnBrk="1" hangingPunct="0">
        <a:lnSpc>
          <a:spcPct val="106000"/>
        </a:lnSpc>
        <a:spcBef>
          <a:spcPts val="572"/>
        </a:spcBef>
        <a:spcAft>
          <a:spcPct val="0"/>
        </a:spcAft>
        <a:buFont typeface="Arial" panose="020B0604020202020204" pitchFamily="34" charset="0"/>
        <a:buChar char="‒"/>
        <a:defRPr lang="en-GB" sz="1197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39083" indent="-171091" algn="l" defTabSz="856935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7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1660" indent="-172577" algn="l" defTabSz="856935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7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3825" indent="-162164" algn="l" defTabSz="856935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7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4913" indent="-171091" algn="l" defTabSz="856935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7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6935" rtl="0" eaLnBrk="1" latinLnBrk="1" hangingPunct="1">
        <a:defRPr sz="1694" kern="1200">
          <a:solidFill>
            <a:schemeClr val="tx1"/>
          </a:solidFill>
          <a:latin typeface="+mn-lt"/>
          <a:ea typeface="+mn-ea"/>
          <a:cs typeface="+mn-cs"/>
        </a:defRPr>
      </a:lvl1pPr>
      <a:lvl2pPr marL="428468" algn="l" defTabSz="856935" rtl="0" eaLnBrk="1" latinLnBrk="1" hangingPunct="1">
        <a:defRPr sz="1694" kern="1200">
          <a:solidFill>
            <a:schemeClr val="tx1"/>
          </a:solidFill>
          <a:latin typeface="+mn-lt"/>
          <a:ea typeface="+mn-ea"/>
          <a:cs typeface="+mn-cs"/>
        </a:defRPr>
      </a:lvl2pPr>
      <a:lvl3pPr marL="856935" algn="l" defTabSz="856935" rtl="0" eaLnBrk="1" latinLnBrk="1" hangingPunct="1">
        <a:defRPr sz="1694" kern="1200">
          <a:solidFill>
            <a:schemeClr val="tx1"/>
          </a:solidFill>
          <a:latin typeface="+mn-lt"/>
          <a:ea typeface="+mn-ea"/>
          <a:cs typeface="+mn-cs"/>
        </a:defRPr>
      </a:lvl3pPr>
      <a:lvl4pPr marL="1285404" algn="l" defTabSz="856935" rtl="0" eaLnBrk="1" latinLnBrk="1" hangingPunct="1">
        <a:defRPr sz="1694" kern="1200">
          <a:solidFill>
            <a:schemeClr val="tx1"/>
          </a:solidFill>
          <a:latin typeface="+mn-lt"/>
          <a:ea typeface="+mn-ea"/>
          <a:cs typeface="+mn-cs"/>
        </a:defRPr>
      </a:lvl4pPr>
      <a:lvl5pPr marL="1713872" algn="l" defTabSz="856935" rtl="0" eaLnBrk="1" latinLnBrk="1" hangingPunct="1">
        <a:defRPr sz="1694" kern="1200">
          <a:solidFill>
            <a:schemeClr val="tx1"/>
          </a:solidFill>
          <a:latin typeface="+mn-lt"/>
          <a:ea typeface="+mn-ea"/>
          <a:cs typeface="+mn-cs"/>
        </a:defRPr>
      </a:lvl5pPr>
      <a:lvl6pPr marL="2142340" algn="l" defTabSz="856935" rtl="0" eaLnBrk="1" latinLnBrk="1" hangingPunct="1">
        <a:defRPr sz="1694" kern="1200">
          <a:solidFill>
            <a:schemeClr val="tx1"/>
          </a:solidFill>
          <a:latin typeface="+mn-lt"/>
          <a:ea typeface="+mn-ea"/>
          <a:cs typeface="+mn-cs"/>
        </a:defRPr>
      </a:lvl6pPr>
      <a:lvl7pPr marL="2570808" algn="l" defTabSz="856935" rtl="0" eaLnBrk="1" latinLnBrk="1" hangingPunct="1">
        <a:defRPr sz="1694" kern="1200">
          <a:solidFill>
            <a:schemeClr val="tx1"/>
          </a:solidFill>
          <a:latin typeface="+mn-lt"/>
          <a:ea typeface="+mn-ea"/>
          <a:cs typeface="+mn-cs"/>
        </a:defRPr>
      </a:lvl7pPr>
      <a:lvl8pPr marL="2999276" algn="l" defTabSz="856935" rtl="0" eaLnBrk="1" latinLnBrk="1" hangingPunct="1">
        <a:defRPr sz="1694" kern="1200">
          <a:solidFill>
            <a:schemeClr val="tx1"/>
          </a:solidFill>
          <a:latin typeface="+mn-lt"/>
          <a:ea typeface="+mn-ea"/>
          <a:cs typeface="+mn-cs"/>
        </a:defRPr>
      </a:lvl8pPr>
      <a:lvl9pPr marL="3427744" algn="l" defTabSz="856935" rtl="0" eaLnBrk="1" latinLnBrk="1" hangingPunct="1">
        <a:defRPr sz="16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Rectangle 1" hidden="1">
            <a:extLst>
              <a:ext uri="{FF2B5EF4-FFF2-40B4-BE49-F238E27FC236}">
                <a16:creationId xmlns:a16="http://schemas.microsoft.com/office/drawing/2014/main" id="{D847A8F1-D244-4F03-9DB9-A6FB71F5FBF6}"/>
              </a:ext>
            </a:extLst>
          </p:cNvPr>
          <p:cNvGraphicFramePr>
            <a:graphicFrameLocks/>
          </p:cNvGraphicFramePr>
          <p:nvPr>
            <p:custDataLst>
              <p:tags r:id="rId6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0" imgH="0" progId="">
                  <p:embed/>
                </p:oleObj>
              </mc:Choice>
              <mc:Fallback>
                <p:oleObj name="think-cell Slide" r:id="rId11" imgW="0" imgH="0" progId="">
                  <p:embed/>
                  <p:pic>
                    <p:nvPicPr>
                      <p:cNvPr id="10242" name="Rectangle 1" hidden="1">
                        <a:extLst>
                          <a:ext uri="{FF2B5EF4-FFF2-40B4-BE49-F238E27FC236}">
                            <a16:creationId xmlns:a16="http://schemas.microsoft.com/office/drawing/2014/main" id="{D847A8F1-D244-4F03-9DB9-A6FB71F5FBF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9E3DC6A9-F1AF-46B6-8553-C1DDBF069C12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fld id="{63E4291E-DD47-4F15-8F92-C8EA6CA5F632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CD5BA29F-3BE6-4416-B82D-BE8C1AAD751B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818348" y="6554789"/>
            <a:ext cx="4589725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64FA6B6-96AF-4A6A-91E1-859C71BBAD4D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797361" y="6554789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rgbClr val="002776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246" name="Title Placeholder 1">
            <a:extLst>
              <a:ext uri="{FF2B5EF4-FFF2-40B4-BE49-F238E27FC236}">
                <a16:creationId xmlns:a16="http://schemas.microsoft.com/office/drawing/2014/main" id="{3A27A227-37E3-4984-8223-BE6CE04864E3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26345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37" r:id="rId1"/>
    <p:sldLayoutId id="2147485038" r:id="rId2"/>
    <p:sldLayoutId id="2147485039" r:id="rId3"/>
    <p:sldLayoutId id="2147485040" r:id="rId4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1D47B772-9CF0-4810-B031-F31E030F22BF}"/>
              </a:ext>
            </a:extLst>
          </p:cNvPr>
          <p:cNvGraphicFramePr>
            <a:graphicFrameLocks/>
          </p:cNvGraphicFramePr>
          <p:nvPr>
            <p:custDataLst>
              <p:tags r:id="rId10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0" imgH="0" progId="">
                  <p:embed/>
                </p:oleObj>
              </mc:Choice>
              <mc:Fallback>
                <p:oleObj name="think-cell Slide" r:id="rId15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1D47B772-9CF0-4810-B031-F31E030F22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C2B5B20A-CDB3-4135-A58E-7BC14191D5E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5A2EB04-7643-471E-BBA2-975B8F247A6B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C6BC61A-F314-4FB9-B426-8A2CFEAC4E92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50677C-A0AA-4346-AD57-86353E489B1E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13F1C94B-F676-4990-B4E1-E18553A12D31}"/>
              </a:ext>
            </a:extLst>
          </p:cNvPr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4124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42" r:id="rId1"/>
    <p:sldLayoutId id="2147485043" r:id="rId2"/>
    <p:sldLayoutId id="2147485044" r:id="rId3"/>
    <p:sldLayoutId id="2147485045" r:id="rId4"/>
    <p:sldLayoutId id="2147485046" r:id="rId5"/>
    <p:sldLayoutId id="2147485047" r:id="rId6"/>
    <p:sldLayoutId id="2147485048" r:id="rId7"/>
    <p:sldLayoutId id="2147485049" r:id="rId8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1D47B772-9CF0-4810-B031-F31E030F22BF}"/>
              </a:ext>
            </a:extLst>
          </p:cNvPr>
          <p:cNvGraphicFramePr>
            <a:graphicFrameLocks/>
          </p:cNvGraphicFramePr>
          <p:nvPr>
            <p:custDataLst>
              <p:tags r:id="rId10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0" imgH="0" progId="">
                  <p:embed/>
                </p:oleObj>
              </mc:Choice>
              <mc:Fallback>
                <p:oleObj name="think-cell Slide" r:id="rId15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1D47B772-9CF0-4810-B031-F31E030F22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C2B5B20A-CDB3-4135-A58E-7BC14191D5E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5A2EB04-7643-471E-BBA2-975B8F247A6B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C6BC61A-F314-4FB9-B426-8A2CFEAC4E92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50677C-A0AA-4346-AD57-86353E489B1E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13F1C94B-F676-4990-B4E1-E18553A12D31}"/>
              </a:ext>
            </a:extLst>
          </p:cNvPr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35772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70" r:id="rId1"/>
    <p:sldLayoutId id="2147485071" r:id="rId2"/>
    <p:sldLayoutId id="2147485072" r:id="rId3"/>
    <p:sldLayoutId id="2147485073" r:id="rId4"/>
    <p:sldLayoutId id="2147485074" r:id="rId5"/>
    <p:sldLayoutId id="2147485075" r:id="rId6"/>
    <p:sldLayoutId id="2147485076" r:id="rId7"/>
    <p:sldLayoutId id="2147485077" r:id="rId8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Rectangle 1" hidden="1">
            <a:extLst>
              <a:ext uri="{FF2B5EF4-FFF2-40B4-BE49-F238E27FC236}">
                <a16:creationId xmlns:a16="http://schemas.microsoft.com/office/drawing/2014/main" id="{D847A8F1-D244-4F03-9DB9-A6FB71F5FBF6}"/>
              </a:ext>
            </a:extLst>
          </p:cNvPr>
          <p:cNvGraphicFramePr>
            <a:graphicFrameLocks/>
          </p:cNvGraphicFramePr>
          <p:nvPr>
            <p:custDataLst>
              <p:tags r:id="rId6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0" imgH="0" progId="">
                  <p:embed/>
                </p:oleObj>
              </mc:Choice>
              <mc:Fallback>
                <p:oleObj name="think-cell Slide" r:id="rId11" imgW="0" imgH="0" progId="">
                  <p:embed/>
                  <p:pic>
                    <p:nvPicPr>
                      <p:cNvPr id="10242" name="Rectangle 1" hidden="1">
                        <a:extLst>
                          <a:ext uri="{FF2B5EF4-FFF2-40B4-BE49-F238E27FC236}">
                            <a16:creationId xmlns:a16="http://schemas.microsoft.com/office/drawing/2014/main" id="{D847A8F1-D244-4F03-9DB9-A6FB71F5FBF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9E3DC6A9-F1AF-46B6-8553-C1DDBF069C12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fld id="{63E4291E-DD47-4F15-8F92-C8EA6CA5F632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CD5BA29F-3BE6-4416-B82D-BE8C1AAD751B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818348" y="6554789"/>
            <a:ext cx="4589725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64FA6B6-96AF-4A6A-91E1-859C71BBAD4D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797361" y="6554789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rgbClr val="002776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246" name="Title Placeholder 1">
            <a:extLst>
              <a:ext uri="{FF2B5EF4-FFF2-40B4-BE49-F238E27FC236}">
                <a16:creationId xmlns:a16="http://schemas.microsoft.com/office/drawing/2014/main" id="{3A27A227-37E3-4984-8223-BE6CE04864E3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045024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0" r:id="rId1"/>
    <p:sldLayoutId id="2147485081" r:id="rId2"/>
    <p:sldLayoutId id="2147485082" r:id="rId3"/>
    <p:sldLayoutId id="2147485083" r:id="rId4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9642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6" r:id="rId1"/>
    <p:sldLayoutId id="2147485087" r:id="rId2"/>
    <p:sldLayoutId id="2147485088" r:id="rId3"/>
    <p:sldLayoutId id="2147485095" r:id="rId4"/>
    <p:sldLayoutId id="2147485094" r:id="rId5"/>
    <p:sldLayoutId id="2147485089" r:id="rId6"/>
    <p:sldLayoutId id="2147485090" r:id="rId7"/>
    <p:sldLayoutId id="2147485091" r:id="rId8"/>
    <p:sldLayoutId id="2147485092" r:id="rId9"/>
    <p:sldLayoutId id="2147485093" r:id="rId10"/>
  </p:sldLayoutIdLst>
  <p:hf hdr="0" ftr="0" dt="0"/>
  <p:txStyles>
    <p:titleStyle>
      <a:lvl1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18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18">
          <a:solidFill>
            <a:schemeClr val="tx1"/>
          </a:solidFill>
          <a:latin typeface="맑은 고딕" panose="020B0503020000020004" pitchFamily="50" charset="-127"/>
        </a:defRPr>
      </a:lvl2pPr>
      <a:lvl3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18">
          <a:solidFill>
            <a:schemeClr val="tx1"/>
          </a:solidFill>
          <a:latin typeface="맑은 고딕" panose="020B0503020000020004" pitchFamily="50" charset="-127"/>
        </a:defRPr>
      </a:lvl3pPr>
      <a:lvl4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18">
          <a:solidFill>
            <a:schemeClr val="tx1"/>
          </a:solidFill>
          <a:latin typeface="맑은 고딕" panose="020B0503020000020004" pitchFamily="50" charset="-127"/>
        </a:defRPr>
      </a:lvl4pPr>
      <a:lvl5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18">
          <a:solidFill>
            <a:schemeClr val="tx1"/>
          </a:solidFill>
          <a:latin typeface="맑은 고딕" panose="020B0503020000020004" pitchFamily="50" charset="-127"/>
        </a:defRPr>
      </a:lvl5pPr>
      <a:lvl6pPr marL="448243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314">
          <a:solidFill>
            <a:schemeClr val="tx1"/>
          </a:solidFill>
          <a:latin typeface="맑은 고딕" panose="020B0503020000020004" pitchFamily="50" charset="-127"/>
        </a:defRPr>
      </a:lvl6pPr>
      <a:lvl7pPr marL="896487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314">
          <a:solidFill>
            <a:schemeClr val="tx1"/>
          </a:solidFill>
          <a:latin typeface="맑은 고딕" panose="020B0503020000020004" pitchFamily="50" charset="-127"/>
        </a:defRPr>
      </a:lvl7pPr>
      <a:lvl8pPr marL="134473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314">
          <a:solidFill>
            <a:schemeClr val="tx1"/>
          </a:solidFill>
          <a:latin typeface="맑은 고딕" panose="020B0503020000020004" pitchFamily="50" charset="-127"/>
        </a:defRPr>
      </a:lvl8pPr>
      <a:lvl9pPr marL="1792973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314">
          <a:solidFill>
            <a:schemeClr val="tx1"/>
          </a:solidFill>
          <a:latin typeface="맑은 고딕" panose="020B0503020000020004" pitchFamily="50" charset="-127"/>
        </a:defRPr>
      </a:lvl9pPr>
    </p:titleStyle>
    <p:bodyStyle>
      <a:lvl1pPr marL="222677" indent="-222677" algn="l" rtl="0" eaLnBrk="0" fontAlgn="base" latinLnBrk="1" hangingPunct="0">
        <a:lnSpc>
          <a:spcPct val="90000"/>
        </a:lnSpc>
        <a:spcBef>
          <a:spcPts val="981"/>
        </a:spcBef>
        <a:spcAft>
          <a:spcPct val="0"/>
        </a:spcAft>
        <a:buFont typeface="Arial" panose="020B0604020202020204" pitchFamily="34" charset="0"/>
        <a:buChar char="•"/>
        <a:defRPr sz="2648" kern="1200">
          <a:solidFill>
            <a:schemeClr val="tx1"/>
          </a:solidFill>
          <a:latin typeface="+mn-lt"/>
          <a:ea typeface="+mn-ea"/>
          <a:cs typeface="+mn-cs"/>
        </a:defRPr>
      </a:lvl1pPr>
      <a:lvl2pPr marL="671145" indent="-222677" algn="l" rtl="0" eaLnBrk="0" fontAlgn="base" latinLnBrk="1" hangingPunct="0">
        <a:lnSpc>
          <a:spcPct val="90000"/>
        </a:lnSpc>
        <a:spcBef>
          <a:spcPts val="490"/>
        </a:spcBef>
        <a:spcAft>
          <a:spcPct val="0"/>
        </a:spcAft>
        <a:buFont typeface="Arial" panose="020B0604020202020204" pitchFamily="34" charset="0"/>
        <a:buChar char="•"/>
        <a:defRPr sz="2256" kern="1200">
          <a:solidFill>
            <a:schemeClr val="tx1"/>
          </a:solidFill>
          <a:latin typeface="+mn-lt"/>
          <a:ea typeface="+mn-ea"/>
          <a:cs typeface="+mn-cs"/>
        </a:defRPr>
      </a:lvl2pPr>
      <a:lvl3pPr marL="1119612" indent="-222677" algn="l" rtl="0" eaLnBrk="0" fontAlgn="base" latinLnBrk="1" hangingPunct="0">
        <a:lnSpc>
          <a:spcPct val="90000"/>
        </a:lnSpc>
        <a:spcBef>
          <a:spcPts val="490"/>
        </a:spcBef>
        <a:spcAft>
          <a:spcPct val="0"/>
        </a:spcAft>
        <a:buFont typeface="Arial" panose="020B0604020202020204" pitchFamily="34" charset="0"/>
        <a:buChar char="•"/>
        <a:defRPr sz="1864" kern="1200">
          <a:solidFill>
            <a:schemeClr val="tx1"/>
          </a:solidFill>
          <a:latin typeface="+mn-lt"/>
          <a:ea typeface="+mn-ea"/>
          <a:cs typeface="+mn-cs"/>
        </a:defRPr>
      </a:lvl3pPr>
      <a:lvl4pPr marL="1568079" indent="-222677" algn="l" rtl="0" eaLnBrk="0" fontAlgn="base" latinLnBrk="1" hangingPunct="0">
        <a:lnSpc>
          <a:spcPct val="90000"/>
        </a:lnSpc>
        <a:spcBef>
          <a:spcPts val="49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16547" indent="-222677" algn="l" rtl="0" eaLnBrk="0" fontAlgn="base" latinLnBrk="1" hangingPunct="0">
        <a:lnSpc>
          <a:spcPct val="90000"/>
        </a:lnSpc>
        <a:spcBef>
          <a:spcPts val="49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465338" indent="-224122" algn="l" defTabSz="896487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913581" indent="-224122" algn="l" defTabSz="896487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361825" indent="-224122" algn="l" defTabSz="896487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810068" indent="-224122" algn="l" defTabSz="896487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8243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6487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4730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2973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1216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89459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37703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85946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EB04DD27-ACDF-41CA-A39A-94030B8323CC}"/>
              </a:ext>
            </a:extLst>
          </p:cNvPr>
          <p:cNvGraphicFramePr>
            <a:graphicFrameLocks/>
          </p:cNvGraphicFramePr>
          <p:nvPr>
            <p:custDataLst>
              <p:tags r:id="rId10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0" imgH="0" progId="">
                  <p:embed/>
                </p:oleObj>
              </mc:Choice>
              <mc:Fallback>
                <p:oleObj name="think-cell Slide" r:id="rId15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EB04DD27-ACDF-41CA-A39A-94030B8323C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8618C5D9-E91C-4DC6-AC47-61CFE63DE380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6BE9B49B-B391-42EF-A27D-AFE0820DF8A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49AD344B-C612-4C49-B5A7-2AA25EF79BB3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815D746-C2DE-47D4-947B-30EF5198BA08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E2335987-E46B-47CA-890B-171C445E9CEA}"/>
              </a:ext>
            </a:extLst>
          </p:cNvPr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22816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04" r:id="rId1"/>
    <p:sldLayoutId id="2147485105" r:id="rId2"/>
    <p:sldLayoutId id="2147485106" r:id="rId3"/>
    <p:sldLayoutId id="2147485107" r:id="rId4"/>
    <p:sldLayoutId id="2147485108" r:id="rId5"/>
    <p:sldLayoutId id="2147485109" r:id="rId6"/>
    <p:sldLayoutId id="2147485110" r:id="rId7"/>
    <p:sldLayoutId id="2147485111" r:id="rId8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9656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14" r:id="rId1"/>
    <p:sldLayoutId id="2147485115" r:id="rId2"/>
    <p:sldLayoutId id="2147485116" r:id="rId3"/>
    <p:sldLayoutId id="2147485117" r:id="rId4"/>
    <p:sldLayoutId id="2147485118" r:id="rId5"/>
    <p:sldLayoutId id="2147485119" r:id="rId6"/>
    <p:sldLayoutId id="2147485120" r:id="rId7"/>
    <p:sldLayoutId id="2147485121" r:id="rId8"/>
  </p:sldLayoutIdLst>
  <p:hf hdr="0" ftr="0" dt="0"/>
  <p:txStyles>
    <p:titleStyle>
      <a:lvl1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18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18">
          <a:solidFill>
            <a:schemeClr val="tx1"/>
          </a:solidFill>
          <a:latin typeface="맑은 고딕" panose="020B0503020000020004" pitchFamily="50" charset="-127"/>
        </a:defRPr>
      </a:lvl2pPr>
      <a:lvl3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18">
          <a:solidFill>
            <a:schemeClr val="tx1"/>
          </a:solidFill>
          <a:latin typeface="맑은 고딕" panose="020B0503020000020004" pitchFamily="50" charset="-127"/>
        </a:defRPr>
      </a:lvl3pPr>
      <a:lvl4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18">
          <a:solidFill>
            <a:schemeClr val="tx1"/>
          </a:solidFill>
          <a:latin typeface="맑은 고딕" panose="020B0503020000020004" pitchFamily="50" charset="-127"/>
        </a:defRPr>
      </a:lvl4pPr>
      <a:lvl5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18">
          <a:solidFill>
            <a:schemeClr val="tx1"/>
          </a:solidFill>
          <a:latin typeface="맑은 고딕" panose="020B0503020000020004" pitchFamily="50" charset="-127"/>
        </a:defRPr>
      </a:lvl5pPr>
      <a:lvl6pPr marL="448243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314">
          <a:solidFill>
            <a:schemeClr val="tx1"/>
          </a:solidFill>
          <a:latin typeface="맑은 고딕" panose="020B0503020000020004" pitchFamily="50" charset="-127"/>
        </a:defRPr>
      </a:lvl6pPr>
      <a:lvl7pPr marL="896487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314">
          <a:solidFill>
            <a:schemeClr val="tx1"/>
          </a:solidFill>
          <a:latin typeface="맑은 고딕" panose="020B0503020000020004" pitchFamily="50" charset="-127"/>
        </a:defRPr>
      </a:lvl7pPr>
      <a:lvl8pPr marL="134473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314">
          <a:solidFill>
            <a:schemeClr val="tx1"/>
          </a:solidFill>
          <a:latin typeface="맑은 고딕" panose="020B0503020000020004" pitchFamily="50" charset="-127"/>
        </a:defRPr>
      </a:lvl8pPr>
      <a:lvl9pPr marL="1792973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314">
          <a:solidFill>
            <a:schemeClr val="tx1"/>
          </a:solidFill>
          <a:latin typeface="맑은 고딕" panose="020B0503020000020004" pitchFamily="50" charset="-127"/>
        </a:defRPr>
      </a:lvl9pPr>
    </p:titleStyle>
    <p:bodyStyle>
      <a:lvl1pPr marL="222677" indent="-222677" algn="l" rtl="0" eaLnBrk="0" fontAlgn="base" latinLnBrk="1" hangingPunct="0">
        <a:lnSpc>
          <a:spcPct val="90000"/>
        </a:lnSpc>
        <a:spcBef>
          <a:spcPts val="981"/>
        </a:spcBef>
        <a:spcAft>
          <a:spcPct val="0"/>
        </a:spcAft>
        <a:buFont typeface="Arial" panose="020B0604020202020204" pitchFamily="34" charset="0"/>
        <a:buChar char="•"/>
        <a:defRPr sz="2648" kern="1200">
          <a:solidFill>
            <a:schemeClr val="tx1"/>
          </a:solidFill>
          <a:latin typeface="+mn-lt"/>
          <a:ea typeface="+mn-ea"/>
          <a:cs typeface="+mn-cs"/>
        </a:defRPr>
      </a:lvl1pPr>
      <a:lvl2pPr marL="671145" indent="-222677" algn="l" rtl="0" eaLnBrk="0" fontAlgn="base" latinLnBrk="1" hangingPunct="0">
        <a:lnSpc>
          <a:spcPct val="90000"/>
        </a:lnSpc>
        <a:spcBef>
          <a:spcPts val="490"/>
        </a:spcBef>
        <a:spcAft>
          <a:spcPct val="0"/>
        </a:spcAft>
        <a:buFont typeface="Arial" panose="020B0604020202020204" pitchFamily="34" charset="0"/>
        <a:buChar char="•"/>
        <a:defRPr sz="2256" kern="1200">
          <a:solidFill>
            <a:schemeClr val="tx1"/>
          </a:solidFill>
          <a:latin typeface="+mn-lt"/>
          <a:ea typeface="+mn-ea"/>
          <a:cs typeface="+mn-cs"/>
        </a:defRPr>
      </a:lvl2pPr>
      <a:lvl3pPr marL="1119612" indent="-222677" algn="l" rtl="0" eaLnBrk="0" fontAlgn="base" latinLnBrk="1" hangingPunct="0">
        <a:lnSpc>
          <a:spcPct val="90000"/>
        </a:lnSpc>
        <a:spcBef>
          <a:spcPts val="490"/>
        </a:spcBef>
        <a:spcAft>
          <a:spcPct val="0"/>
        </a:spcAft>
        <a:buFont typeface="Arial" panose="020B0604020202020204" pitchFamily="34" charset="0"/>
        <a:buChar char="•"/>
        <a:defRPr sz="1864" kern="1200">
          <a:solidFill>
            <a:schemeClr val="tx1"/>
          </a:solidFill>
          <a:latin typeface="+mn-lt"/>
          <a:ea typeface="+mn-ea"/>
          <a:cs typeface="+mn-cs"/>
        </a:defRPr>
      </a:lvl3pPr>
      <a:lvl4pPr marL="1568079" indent="-222677" algn="l" rtl="0" eaLnBrk="0" fontAlgn="base" latinLnBrk="1" hangingPunct="0">
        <a:lnSpc>
          <a:spcPct val="90000"/>
        </a:lnSpc>
        <a:spcBef>
          <a:spcPts val="49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16547" indent="-222677" algn="l" rtl="0" eaLnBrk="0" fontAlgn="base" latinLnBrk="1" hangingPunct="0">
        <a:lnSpc>
          <a:spcPct val="90000"/>
        </a:lnSpc>
        <a:spcBef>
          <a:spcPts val="49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465338" indent="-224122" algn="l" defTabSz="896487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913581" indent="-224122" algn="l" defTabSz="896487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361825" indent="-224122" algn="l" defTabSz="896487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810068" indent="-224122" algn="l" defTabSz="896487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8243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6487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4730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2973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1216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89459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37703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85946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1D47B772-9CF0-4810-B031-F31E030F22BF}"/>
              </a:ext>
            </a:extLst>
          </p:cNvPr>
          <p:cNvGraphicFramePr>
            <a:graphicFrameLocks/>
          </p:cNvGraphicFramePr>
          <p:nvPr>
            <p:custDataLst>
              <p:tags r:id="rId13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0" imgH="0" progId="">
                  <p:embed/>
                </p:oleObj>
              </mc:Choice>
              <mc:Fallback>
                <p:oleObj name="think-cell Slide" r:id="rId18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1D47B772-9CF0-4810-B031-F31E030F22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C2B5B20A-CDB3-4135-A58E-7BC14191D5E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442481" y="6554791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3"/>
              </a:lnSpc>
              <a:defRPr kumimoji="0" sz="998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5A2EB04-7643-471E-BBA2-975B8F247A6B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C6BC61A-F314-4FB9-B426-8A2CFEAC4E92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819936" y="6554791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3"/>
              </a:lnSpc>
              <a:defRPr kumimoji="0" sz="998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50677C-A0AA-4346-AD57-86353E489B1E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797362" y="655479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13F1C94B-F676-4990-B4E1-E18553A12D31}"/>
              </a:ext>
            </a:extLst>
          </p:cNvPr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 bwMode="auto">
          <a:xfrm>
            <a:off x="421863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0952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24" r:id="rId1"/>
    <p:sldLayoutId id="2147485125" r:id="rId2"/>
    <p:sldLayoutId id="2147485126" r:id="rId3"/>
    <p:sldLayoutId id="2147485127" r:id="rId4"/>
    <p:sldLayoutId id="2147485128" r:id="rId5"/>
    <p:sldLayoutId id="2147485129" r:id="rId6"/>
    <p:sldLayoutId id="2147485130" r:id="rId7"/>
    <p:sldLayoutId id="2147485131" r:id="rId8"/>
    <p:sldLayoutId id="2147485132" r:id="rId9"/>
    <p:sldLayoutId id="2147485133" r:id="rId10"/>
    <p:sldLayoutId id="2147485134" r:id="rId11"/>
  </p:sldLayoutIdLst>
  <p:hf hdr="0" ftr="0" dt="0"/>
  <p:txStyles>
    <p:titleStyle>
      <a:lvl1pPr algn="l" defTabSz="955350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5350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5350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5350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5350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8897" algn="l" rtl="0" eaLnBrk="1" fontAlgn="base" latinLnBrk="1" hangingPunct="1">
        <a:spcBef>
          <a:spcPct val="0"/>
        </a:spcBef>
        <a:spcAft>
          <a:spcPct val="0"/>
        </a:spcAft>
        <a:defRPr sz="2296" b="1">
          <a:solidFill>
            <a:schemeClr val="accent1"/>
          </a:solidFill>
          <a:latin typeface="Arial" charset="0"/>
        </a:defRPr>
      </a:lvl6pPr>
      <a:lvl7pPr marL="857793" algn="l" rtl="0" eaLnBrk="1" fontAlgn="base" latinLnBrk="1" hangingPunct="1">
        <a:spcBef>
          <a:spcPct val="0"/>
        </a:spcBef>
        <a:spcAft>
          <a:spcPct val="0"/>
        </a:spcAft>
        <a:defRPr sz="2296" b="1">
          <a:solidFill>
            <a:schemeClr val="accent1"/>
          </a:solidFill>
          <a:latin typeface="Arial" charset="0"/>
        </a:defRPr>
      </a:lvl7pPr>
      <a:lvl8pPr marL="1286691" algn="l" rtl="0" eaLnBrk="1" fontAlgn="base" latinLnBrk="1" hangingPunct="1">
        <a:spcBef>
          <a:spcPct val="0"/>
        </a:spcBef>
        <a:spcAft>
          <a:spcPct val="0"/>
        </a:spcAft>
        <a:defRPr sz="2296" b="1">
          <a:solidFill>
            <a:schemeClr val="accent1"/>
          </a:solidFill>
          <a:latin typeface="Arial" charset="0"/>
        </a:defRPr>
      </a:lvl8pPr>
      <a:lvl9pPr marL="1715588" algn="l" rtl="0" eaLnBrk="1" fontAlgn="base" latinLnBrk="1" hangingPunct="1">
        <a:spcBef>
          <a:spcPct val="0"/>
        </a:spcBef>
        <a:spcAft>
          <a:spcPct val="0"/>
        </a:spcAft>
        <a:defRPr sz="2296" b="1">
          <a:solidFill>
            <a:schemeClr val="accent1"/>
          </a:solidFill>
          <a:latin typeface="Arial" charset="0"/>
        </a:defRPr>
      </a:lvl9pPr>
    </p:titleStyle>
    <p:bodyStyle>
      <a:lvl1pPr marL="358058" indent="-358058" algn="l" defTabSz="955350" rtl="0" eaLnBrk="0" fontAlgn="base" latinLnBrk="1" hangingPunct="0">
        <a:lnSpc>
          <a:spcPct val="106000"/>
        </a:lnSpc>
        <a:spcBef>
          <a:spcPts val="1348"/>
        </a:spcBef>
        <a:spcAft>
          <a:spcPct val="0"/>
        </a:spcAft>
        <a:buFont typeface="Arial" panose="020B0604020202020204" pitchFamily="34" charset="0"/>
        <a:defRPr lang="en-US" sz="1398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120" indent="-190120" algn="l" defTabSz="955350" rtl="0" eaLnBrk="0" fontAlgn="base" latinLnBrk="1" hangingPunct="0">
        <a:lnSpc>
          <a:spcPct val="106000"/>
        </a:lnSpc>
        <a:spcBef>
          <a:spcPts val="1348"/>
        </a:spcBef>
        <a:spcAft>
          <a:spcPct val="0"/>
        </a:spcAft>
        <a:buFont typeface="Arial" panose="020B0604020202020204" pitchFamily="34" charset="0"/>
        <a:buChar char="•"/>
        <a:defRPr lang="en-US" sz="1398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317" indent="-182198" algn="l" defTabSz="955350" rtl="0" eaLnBrk="0" fontAlgn="base" latinLnBrk="1" hangingPunct="0">
        <a:lnSpc>
          <a:spcPct val="106000"/>
        </a:lnSpc>
        <a:spcBef>
          <a:spcPts val="573"/>
        </a:spcBef>
        <a:spcAft>
          <a:spcPct val="0"/>
        </a:spcAft>
        <a:buFont typeface="Arial" panose="020B0604020202020204" pitchFamily="34" charset="0"/>
        <a:buChar char="‒"/>
        <a:defRPr lang="en-US" sz="1198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020" indent="-190120" algn="l" defTabSz="955350" rtl="0" eaLnBrk="0" fontAlgn="base" latinLnBrk="1" hangingPunct="0">
        <a:lnSpc>
          <a:spcPct val="106000"/>
        </a:lnSpc>
        <a:spcBef>
          <a:spcPts val="573"/>
        </a:spcBef>
        <a:spcAft>
          <a:spcPct val="0"/>
        </a:spcAft>
        <a:buFont typeface="Arial" panose="020B0604020202020204" pitchFamily="34" charset="0"/>
        <a:buChar char="•"/>
        <a:defRPr lang="en-US" sz="1198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049" indent="-179030" algn="l" defTabSz="955350" rtl="0" eaLnBrk="0" fontAlgn="base" latinLnBrk="1" hangingPunct="0">
        <a:lnSpc>
          <a:spcPct val="106000"/>
        </a:lnSpc>
        <a:spcBef>
          <a:spcPts val="573"/>
        </a:spcBef>
        <a:spcAft>
          <a:spcPct val="0"/>
        </a:spcAft>
        <a:buFont typeface="Arial" panose="020B0604020202020204" pitchFamily="34" charset="0"/>
        <a:buChar char="‒"/>
        <a:defRPr lang="en-GB" sz="1198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39923" indent="-171262" algn="l" defTabSz="857793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8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2673" indent="-172750" algn="l" defTabSz="857793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8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5000" indent="-162326" algn="l" defTabSz="857793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8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6259" indent="-171262" algn="l" defTabSz="857793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8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1pPr>
      <a:lvl2pPr marL="428897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2pPr>
      <a:lvl3pPr marL="857793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3pPr>
      <a:lvl4pPr marL="1286691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4pPr>
      <a:lvl5pPr marL="1715588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5pPr>
      <a:lvl6pPr marL="2144484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6pPr>
      <a:lvl7pPr marL="2573381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7pPr>
      <a:lvl8pPr marL="3002278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8pPr>
      <a:lvl9pPr marL="3431175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EB04DD27-ACDF-41CA-A39A-94030B8323CC}"/>
              </a:ext>
            </a:extLst>
          </p:cNvPr>
          <p:cNvGraphicFramePr>
            <a:graphicFrameLocks/>
          </p:cNvGraphicFramePr>
          <p:nvPr>
            <p:custDataLst>
              <p:tags r:id="rId7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0" imgH="0" progId="">
                  <p:embed/>
                </p:oleObj>
              </mc:Choice>
              <mc:Fallback>
                <p:oleObj name="think-cell Slide" r:id="rId12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EB04DD27-ACDF-41CA-A39A-94030B8323C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8618C5D9-E91C-4DC6-AC47-61CFE63DE380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6BE9B49B-B391-42EF-A27D-AFE0820DF8AD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49AD344B-C612-4C49-B5A7-2AA25EF79BB3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815D746-C2DE-47D4-947B-30EF5198BA08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E2335987-E46B-47CA-890B-171C445E9CEA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898944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418" r:id="rId1"/>
    <p:sldLayoutId id="2147485419" r:id="rId2"/>
    <p:sldLayoutId id="2147485421" r:id="rId3"/>
    <p:sldLayoutId id="2147485422" r:id="rId4"/>
    <p:sldLayoutId id="2147485423" r:id="rId5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549"/>
            <a:ext cx="9715500" cy="792000"/>
          </a:xfrm>
          <a:prstGeom prst="rect">
            <a:avLst/>
          </a:prstGeom>
        </p:spPr>
        <p:txBody>
          <a:bodyPr vert="horz" lIns="342000" tIns="108000" rIns="91440" bIns="3600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176" y="981075"/>
            <a:ext cx="8971148" cy="1332000"/>
          </a:xfrm>
          <a:prstGeom prst="rect">
            <a:avLst/>
          </a:prstGeom>
        </p:spPr>
        <p:txBody>
          <a:bodyPr/>
          <a:lstStyle/>
          <a:p>
            <a:pPr marL="177518" lvl="0" indent="-177518">
              <a:lnSpc>
                <a:spcPct val="110000"/>
              </a:lnSpc>
            </a:pPr>
            <a:r>
              <a:rPr lang="ko-KR" altLang="en-US" dirty="0"/>
              <a:t>마스터 텍스트 스타일을 편집합니다</a:t>
            </a:r>
          </a:p>
          <a:p>
            <a:pPr marL="355037" lvl="1" indent="-177518">
              <a:lnSpc>
                <a:spcPct val="110000"/>
              </a:lnSpc>
            </a:pPr>
            <a:r>
              <a:rPr lang="ko-KR" altLang="en-US" dirty="0"/>
              <a:t>둘째 수준</a:t>
            </a:r>
          </a:p>
          <a:p>
            <a:pPr marL="532555" lvl="2" indent="-177518">
              <a:lnSpc>
                <a:spcPct val="110000"/>
              </a:lnSpc>
            </a:pPr>
            <a:r>
              <a:rPr lang="ko-KR" altLang="en-US" dirty="0"/>
              <a:t>셋째 수준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6596" y="6384928"/>
            <a:ext cx="3278981" cy="365125"/>
          </a:xfrm>
          <a:prstGeom prst="rect">
            <a:avLst/>
          </a:prstGeom>
        </p:spPr>
        <p:txBody>
          <a:bodyPr anchor="ctr"/>
          <a:lstStyle>
            <a:lvl1pPr algn="l">
              <a:defRPr sz="78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altLang="ko-KR"/>
              <a:t>© 2018 B2L Soft All Right Reserved</a:t>
            </a:r>
            <a:endParaRPr lang="en-US" altLang="ko-KR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6365" y="6384928"/>
            <a:ext cx="1018421" cy="365125"/>
          </a:xfrm>
          <a:prstGeom prst="rect">
            <a:avLst/>
          </a:prstGeom>
        </p:spPr>
        <p:txBody>
          <a:bodyPr anchor="ctr"/>
          <a:lstStyle>
            <a:lvl1pPr algn="r">
              <a:defRPr sz="98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7A66460-0B09-4AFC-98E6-39FDAA8788D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0774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425" r:id="rId1"/>
    <p:sldLayoutId id="2147485426" r:id="rId2"/>
    <p:sldLayoutId id="2147485427" r:id="rId3"/>
    <p:sldLayoutId id="2147485428" r:id="rId4"/>
    <p:sldLayoutId id="2147485429" r:id="rId5"/>
    <p:sldLayoutId id="2147485430" r:id="rId6"/>
    <p:sldLayoutId id="2147485431" r:id="rId7"/>
    <p:sldLayoutId id="2147485432" r:id="rId8"/>
    <p:sldLayoutId id="2147485433" r:id="rId9"/>
    <p:sldLayoutId id="2147485434" r:id="rId10"/>
  </p:sldLayoutIdLst>
  <p:hf hdr="0" ftr="0" dt="0"/>
  <p:txStyles>
    <p:titleStyle>
      <a:lvl1pPr marL="0" indent="0" algn="l" defTabSz="896935" rtl="0" eaLnBrk="1" fontAlgn="ctr" latinLnBrk="0" hangingPunct="1">
        <a:lnSpc>
          <a:spcPct val="90000"/>
        </a:lnSpc>
        <a:spcBef>
          <a:spcPct val="0"/>
        </a:spcBef>
        <a:buNone/>
        <a:defRPr sz="2256" b="1" kern="1200">
          <a:ln>
            <a:solidFill>
              <a:schemeClr val="bg1">
                <a:lumMod val="50000"/>
                <a:alpha val="0"/>
              </a:schemeClr>
            </a:solidFill>
          </a:ln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j-cs"/>
        </a:defRPr>
      </a:lvl1pPr>
    </p:titleStyle>
    <p:bodyStyle>
      <a:lvl1pPr marL="224234" indent="-224234" algn="l" defTabSz="896935" rtl="0" eaLnBrk="1" fontAlgn="ctr" latinLnBrk="0" hangingPunct="1">
        <a:lnSpc>
          <a:spcPct val="90000"/>
        </a:lnSpc>
        <a:spcBef>
          <a:spcPts val="981"/>
        </a:spcBef>
        <a:buFont typeface="Arial" panose="020B0604020202020204" pitchFamily="34" charset="0"/>
        <a:buChar char="•"/>
        <a:defRPr lang="ko-KR" altLang="en-US" sz="1373" kern="1200" dirty="0" smtClean="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72701" indent="-224234" algn="l" defTabSz="896935" rtl="0" eaLnBrk="1" fontAlgn="ctr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lang="ko-KR" altLang="en-US" sz="1177" kern="1200" dirty="0" smtClean="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21169" indent="-224234" algn="l" defTabSz="896935" rtl="0" eaLnBrk="1" fontAlgn="ctr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lang="ko-KR" altLang="en-US" sz="981" kern="1200" dirty="0" smtClean="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569636" indent="-224234" algn="l" defTabSz="896935" rtl="0" eaLnBrk="1" fontAlgn="ctr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lang="ko-KR" altLang="en-US" sz="1177" kern="1200" dirty="0" smtClean="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18104" indent="-224234" algn="l" defTabSz="896935" rtl="0" eaLnBrk="1" fontAlgn="ctr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lang="en-US" altLang="en-US" sz="1177" kern="1200" dirty="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466571" indent="-224234" algn="l" defTabSz="896935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6" kern="1200">
          <a:solidFill>
            <a:schemeClr val="tx1"/>
          </a:solidFill>
          <a:latin typeface="+mn-lt"/>
          <a:ea typeface="+mn-ea"/>
          <a:cs typeface="+mn-cs"/>
        </a:defRPr>
      </a:lvl6pPr>
      <a:lvl7pPr marL="2915039" indent="-224234" algn="l" defTabSz="896935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6" kern="1200">
          <a:solidFill>
            <a:schemeClr val="tx1"/>
          </a:solidFill>
          <a:latin typeface="+mn-lt"/>
          <a:ea typeface="+mn-ea"/>
          <a:cs typeface="+mn-cs"/>
        </a:defRPr>
      </a:lvl7pPr>
      <a:lvl8pPr marL="3363506" indent="-224234" algn="l" defTabSz="896935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6" kern="1200">
          <a:solidFill>
            <a:schemeClr val="tx1"/>
          </a:solidFill>
          <a:latin typeface="+mn-lt"/>
          <a:ea typeface="+mn-ea"/>
          <a:cs typeface="+mn-cs"/>
        </a:defRPr>
      </a:lvl8pPr>
      <a:lvl9pPr marL="3811974" indent="-224234" algn="l" defTabSz="896935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935" rtl="0" eaLnBrk="1" latinLnBrk="1" hangingPunct="1">
        <a:defRPr sz="1766" kern="1200">
          <a:solidFill>
            <a:schemeClr val="tx1"/>
          </a:solidFill>
          <a:latin typeface="+mn-lt"/>
          <a:ea typeface="+mn-ea"/>
          <a:cs typeface="+mn-cs"/>
        </a:defRPr>
      </a:lvl1pPr>
      <a:lvl2pPr marL="448467" algn="l" defTabSz="896935" rtl="0" eaLnBrk="1" latinLnBrk="1" hangingPunct="1">
        <a:defRPr sz="1766" kern="1200">
          <a:solidFill>
            <a:schemeClr val="tx1"/>
          </a:solidFill>
          <a:latin typeface="+mn-lt"/>
          <a:ea typeface="+mn-ea"/>
          <a:cs typeface="+mn-cs"/>
        </a:defRPr>
      </a:lvl2pPr>
      <a:lvl3pPr marL="896935" algn="l" defTabSz="896935" rtl="0" eaLnBrk="1" latinLnBrk="1" hangingPunct="1">
        <a:defRPr sz="1766" kern="1200">
          <a:solidFill>
            <a:schemeClr val="tx1"/>
          </a:solidFill>
          <a:latin typeface="+mn-lt"/>
          <a:ea typeface="+mn-ea"/>
          <a:cs typeface="+mn-cs"/>
        </a:defRPr>
      </a:lvl3pPr>
      <a:lvl4pPr marL="1345402" algn="l" defTabSz="896935" rtl="0" eaLnBrk="1" latinLnBrk="1" hangingPunct="1">
        <a:defRPr sz="1766" kern="1200">
          <a:solidFill>
            <a:schemeClr val="tx1"/>
          </a:solidFill>
          <a:latin typeface="+mn-lt"/>
          <a:ea typeface="+mn-ea"/>
          <a:cs typeface="+mn-cs"/>
        </a:defRPr>
      </a:lvl4pPr>
      <a:lvl5pPr marL="1793870" algn="l" defTabSz="896935" rtl="0" eaLnBrk="1" latinLnBrk="1" hangingPunct="1">
        <a:defRPr sz="1766" kern="1200">
          <a:solidFill>
            <a:schemeClr val="tx1"/>
          </a:solidFill>
          <a:latin typeface="+mn-lt"/>
          <a:ea typeface="+mn-ea"/>
          <a:cs typeface="+mn-cs"/>
        </a:defRPr>
      </a:lvl5pPr>
      <a:lvl6pPr marL="2242337" algn="l" defTabSz="896935" rtl="0" eaLnBrk="1" latinLnBrk="1" hangingPunct="1">
        <a:defRPr sz="1766" kern="1200">
          <a:solidFill>
            <a:schemeClr val="tx1"/>
          </a:solidFill>
          <a:latin typeface="+mn-lt"/>
          <a:ea typeface="+mn-ea"/>
          <a:cs typeface="+mn-cs"/>
        </a:defRPr>
      </a:lvl6pPr>
      <a:lvl7pPr marL="2690805" algn="l" defTabSz="896935" rtl="0" eaLnBrk="1" latinLnBrk="1" hangingPunct="1">
        <a:defRPr sz="1766" kern="1200">
          <a:solidFill>
            <a:schemeClr val="tx1"/>
          </a:solidFill>
          <a:latin typeface="+mn-lt"/>
          <a:ea typeface="+mn-ea"/>
          <a:cs typeface="+mn-cs"/>
        </a:defRPr>
      </a:lvl7pPr>
      <a:lvl8pPr marL="3139272" algn="l" defTabSz="896935" rtl="0" eaLnBrk="1" latinLnBrk="1" hangingPunct="1">
        <a:defRPr sz="1766" kern="1200">
          <a:solidFill>
            <a:schemeClr val="tx1"/>
          </a:solidFill>
          <a:latin typeface="+mn-lt"/>
          <a:ea typeface="+mn-ea"/>
          <a:cs typeface="+mn-cs"/>
        </a:defRPr>
      </a:lvl8pPr>
      <a:lvl9pPr marL="3587740" algn="l" defTabSz="896935" rtl="0" eaLnBrk="1" latinLnBrk="1" hangingPunct="1">
        <a:defRPr sz="17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2D0684E7-00EB-C828-B613-63E3C06B1113}"/>
              </a:ext>
            </a:extLst>
          </p:cNvPr>
          <p:cNvSpPr txBox="1"/>
          <p:nvPr/>
        </p:nvSpPr>
        <p:spPr>
          <a:xfrm>
            <a:off x="114826" y="623579"/>
            <a:ext cx="8338785" cy="724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7202" defTabSz="896487" fontAlgn="ctr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373" b="1" kern="1200" dirty="0">
                <a:latin typeface="NanumSquare Neo Bold" pitchFamily="2" charset="-127"/>
                <a:ea typeface="NanumSquare Neo Bold" pitchFamily="2" charset="-127"/>
                <a:cs typeface="Pretendard Medium" panose="02000503000000020004" pitchFamily="2" charset="-127"/>
              </a:rPr>
              <a:t>기업의 회사명을 정하고</a:t>
            </a:r>
            <a:r>
              <a:rPr kumimoji="1" lang="en-US" altLang="ko-KR" sz="1373" b="1" kern="1200" dirty="0">
                <a:latin typeface="NanumSquare Neo Bold" pitchFamily="2" charset="-127"/>
                <a:ea typeface="NanumSquare Neo Bold" pitchFamily="2" charset="-127"/>
                <a:cs typeface="Pretendard Medium" panose="02000503000000020004" pitchFamily="2" charset="-127"/>
              </a:rPr>
              <a:t>,</a:t>
            </a:r>
            <a:r>
              <a:rPr kumimoji="1" lang="ko-KR" altLang="en-US" sz="1373" b="1" kern="1200" dirty="0">
                <a:latin typeface="NanumSquare Neo Bold" pitchFamily="2" charset="-127"/>
                <a:ea typeface="NanumSquare Neo Bold" pitchFamily="2" charset="-127"/>
                <a:cs typeface="Pretendard Medium" panose="02000503000000020004" pitchFamily="2" charset="-127"/>
              </a:rPr>
              <a:t> 경영진의 역할을 구성해야 함</a:t>
            </a:r>
            <a:r>
              <a:rPr kumimoji="1" lang="en-US" altLang="ko-KR" sz="1373" b="1" kern="1200" dirty="0">
                <a:latin typeface="NanumSquare Neo Bold" pitchFamily="2" charset="-127"/>
                <a:ea typeface="NanumSquare Neo Bold" pitchFamily="2" charset="-127"/>
                <a:cs typeface="Pretendard Medium" panose="02000503000000020004" pitchFamily="2" charset="-127"/>
              </a:rPr>
              <a:t> </a:t>
            </a:r>
            <a:r>
              <a:rPr kumimoji="1" lang="ko-KR" altLang="en-US" sz="1373" b="1" kern="1200" dirty="0">
                <a:latin typeface="NanumSquare Neo Bold" pitchFamily="2" charset="-127"/>
                <a:ea typeface="NanumSquare Neo Bold" pitchFamily="2" charset="-127"/>
                <a:cs typeface="Pretendard Medium" panose="02000503000000020004" pitchFamily="2" charset="-127"/>
              </a:rPr>
              <a:t> </a:t>
            </a:r>
            <a:r>
              <a:rPr kumimoji="1" lang="en-US" altLang="ko-KR" sz="1373" b="1" kern="1200" dirty="0">
                <a:latin typeface="NanumSquare Neo Bold" pitchFamily="2" charset="-127"/>
                <a:ea typeface="NanumSquare Neo Bold" pitchFamily="2" charset="-127"/>
                <a:cs typeface="Pretendard Medium" panose="02000503000000020004" pitchFamily="2" charset="-127"/>
              </a:rPr>
              <a:t> </a:t>
            </a:r>
          </a:p>
          <a:p>
            <a:pPr marL="87202" defTabSz="896487" fontAlgn="ctr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373" b="1" kern="1200" dirty="0">
                <a:latin typeface="NanumSquare Neo Bold" pitchFamily="2" charset="-127"/>
                <a:ea typeface="NanumSquare Neo Bold" pitchFamily="2" charset="-127"/>
                <a:cs typeface="Pretendard Medium" panose="02000503000000020004" pitchFamily="2" charset="-127"/>
              </a:rPr>
              <a:t>회사에서 담당하고 있는 업무 외의 다른 역할을 담당하는 것이 바람직함</a:t>
            </a:r>
            <a:r>
              <a:rPr kumimoji="1" lang="en-US" altLang="ko-KR" sz="1373" b="1" kern="1200" dirty="0">
                <a:latin typeface="NanumSquare Neo Bold" pitchFamily="2" charset="-127"/>
                <a:ea typeface="NanumSquare Neo Bold" pitchFamily="2" charset="-127"/>
                <a:cs typeface="Pretendard Medium" panose="02000503000000020004" pitchFamily="2" charset="-127"/>
              </a:rPr>
              <a:t> </a:t>
            </a:r>
            <a:r>
              <a:rPr kumimoji="1" lang="ko-KR" altLang="en-US" sz="1373" b="1" kern="1200" dirty="0">
                <a:latin typeface="NanumSquare Neo Bold" pitchFamily="2" charset="-127"/>
                <a:ea typeface="NanumSquare Neo Bold" pitchFamily="2" charset="-127"/>
                <a:cs typeface="Pretendard Medium" panose="02000503000000020004" pitchFamily="2" charset="-127"/>
              </a:rPr>
              <a:t> </a:t>
            </a:r>
            <a:endParaRPr kumimoji="1" lang="en-US" altLang="ko-KR" sz="1373" b="1" kern="1200" dirty="0">
              <a:latin typeface="NanumSquare Neo Bold" pitchFamily="2" charset="-127"/>
              <a:ea typeface="NanumSquare Neo Bold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EC4C2E-5B09-8E9F-52DF-9F574F984768}"/>
              </a:ext>
            </a:extLst>
          </p:cNvPr>
          <p:cNvSpPr txBox="1"/>
          <p:nvPr/>
        </p:nvSpPr>
        <p:spPr>
          <a:xfrm>
            <a:off x="214491" y="231145"/>
            <a:ext cx="1513556" cy="394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896935" eaLnBrk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962" b="1" kern="1200" dirty="0">
                <a:solidFill>
                  <a:srgbClr val="003366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경영진 구성</a:t>
            </a:r>
          </a:p>
        </p:txBody>
      </p:sp>
      <p:cxnSp>
        <p:nvCxnSpPr>
          <p:cNvPr id="28" name="직선 연결선[R] 27">
            <a:extLst>
              <a:ext uri="{FF2B5EF4-FFF2-40B4-BE49-F238E27FC236}">
                <a16:creationId xmlns:a16="http://schemas.microsoft.com/office/drawing/2014/main" id="{EBE66766-EEE1-CECA-699C-258FD9B602FB}"/>
              </a:ext>
            </a:extLst>
          </p:cNvPr>
          <p:cNvCxnSpPr>
            <a:cxnSpLocks/>
          </p:cNvCxnSpPr>
          <p:nvPr/>
        </p:nvCxnSpPr>
        <p:spPr>
          <a:xfrm>
            <a:off x="797297" y="622491"/>
            <a:ext cx="854602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9B6BF4C-9E55-A3B8-ED0D-B2BEBC1F4CC5}"/>
              </a:ext>
            </a:extLst>
          </p:cNvPr>
          <p:cNvSpPr/>
          <p:nvPr/>
        </p:nvSpPr>
        <p:spPr>
          <a:xfrm>
            <a:off x="302530" y="600068"/>
            <a:ext cx="1418167" cy="44847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6935" eaLnBrk="0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864" kern="1200">
              <a:solidFill>
                <a:prstClr val="white"/>
              </a:solidFill>
              <a:latin typeface="Arial"/>
              <a:ea typeface="나눔고딕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4FF940-42F8-5C7C-A5C0-F8646A997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896935" eaLnBrk="0" fontAlgn="base">
              <a:spcBef>
                <a:spcPct val="0"/>
              </a:spcBef>
              <a:spcAft>
                <a:spcPct val="0"/>
              </a:spcAft>
            </a:pPr>
            <a:fld id="{27A66460-0B09-4AFC-98E6-39FDAA8788DD}" type="slidenum">
              <a:rPr kumimoji="1" lang="ko-KR" altLang="en-US" kern="120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rPr>
              <a:pPr defTabSz="896935" eaLnBrk="0"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kumimoji="1" lang="ko-KR" altLang="en-US" kern="1200" dirty="0">
              <a:solidFill>
                <a:prstClr val="white">
                  <a:lumMod val="50000"/>
                </a:prstClr>
              </a:solidFill>
              <a:latin typeface="Arial" panose="020B0604020202020204" pitchFamily="34" charset="0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890622-60FF-2FC9-58C8-9587C6327C47}"/>
              </a:ext>
            </a:extLst>
          </p:cNvPr>
          <p:cNvSpPr txBox="1"/>
          <p:nvPr/>
        </p:nvSpPr>
        <p:spPr>
          <a:xfrm>
            <a:off x="7212563" y="236569"/>
            <a:ext cx="2080028" cy="3746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6000" tIns="36000" rIns="36000" bIns="3600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1" lang="ko-KR" altLang="en-US" sz="1962" b="1" kern="1200" dirty="0" err="1">
                <a:solidFill>
                  <a:srgbClr val="003366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팀번호</a:t>
            </a:r>
            <a:r>
              <a:rPr kumimoji="0" lang="ko-KR" altLang="en-US" sz="19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19B6EF8B-B1FA-C6A6-3C2A-FF6122F9615E}"/>
              </a:ext>
            </a:extLst>
          </p:cNvPr>
          <p:cNvGrpSpPr/>
          <p:nvPr/>
        </p:nvGrpSpPr>
        <p:grpSpPr>
          <a:xfrm>
            <a:off x="409548" y="1740588"/>
            <a:ext cx="8546027" cy="4417038"/>
            <a:chOff x="1435906" y="2399415"/>
            <a:chExt cx="9261455" cy="3116485"/>
          </a:xfrm>
        </p:grpSpPr>
        <p:cxnSp>
          <p:nvCxnSpPr>
            <p:cNvPr id="79" name="꺾인 연결선 26">
              <a:extLst>
                <a:ext uri="{FF2B5EF4-FFF2-40B4-BE49-F238E27FC236}">
                  <a16:creationId xmlns:a16="http://schemas.microsoft.com/office/drawing/2014/main" id="{6520D0BC-3127-9F51-2E70-B78982FFFD6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737911" y="2853593"/>
              <a:ext cx="593732" cy="1892247"/>
            </a:xfrm>
            <a:prstGeom prst="bentConnector3">
              <a:avLst>
                <a:gd name="adj1" fmla="val 50000"/>
              </a:avLst>
            </a:prstGeom>
            <a:noFill/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80" name="꺾인 연결선 18">
              <a:extLst>
                <a:ext uri="{FF2B5EF4-FFF2-40B4-BE49-F238E27FC236}">
                  <a16:creationId xmlns:a16="http://schemas.microsoft.com/office/drawing/2014/main" id="{3B071656-0159-78CE-084C-6EE0EAE86A8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29719" y="1913725"/>
              <a:ext cx="543181" cy="3771984"/>
            </a:xfrm>
            <a:prstGeom prst="bentConnector3">
              <a:avLst/>
            </a:prstGeom>
            <a:noFill/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81" name="꺾인 연결선 22">
              <a:extLst>
                <a:ext uri="{FF2B5EF4-FFF2-40B4-BE49-F238E27FC236}">
                  <a16:creationId xmlns:a16="http://schemas.microsoft.com/office/drawing/2014/main" id="{47FB76F1-9ADB-A1E9-DEB0-EB08889EE4E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799375" y="2786318"/>
              <a:ext cx="543181" cy="2026797"/>
            </a:xfrm>
            <a:prstGeom prst="bentConnector3">
              <a:avLst>
                <a:gd name="adj1" fmla="val 50001"/>
              </a:avLst>
            </a:prstGeom>
            <a:noFill/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82" name="꺾인 연결선 26">
              <a:extLst>
                <a:ext uri="{FF2B5EF4-FFF2-40B4-BE49-F238E27FC236}">
                  <a16:creationId xmlns:a16="http://schemas.microsoft.com/office/drawing/2014/main" id="{EF4B1E3F-EB37-0FA7-095B-2DE904AE117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594742" y="2006767"/>
              <a:ext cx="543181" cy="3563937"/>
            </a:xfrm>
            <a:prstGeom prst="bentConnector3">
              <a:avLst>
                <a:gd name="adj1" fmla="val 50000"/>
              </a:avLst>
            </a:prstGeom>
            <a:noFill/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86EFF9D0-A3D7-14E6-F49F-FDF3911EECC4}"/>
                </a:ext>
              </a:extLst>
            </p:cNvPr>
            <p:cNvGrpSpPr/>
            <p:nvPr/>
          </p:nvGrpSpPr>
          <p:grpSpPr>
            <a:xfrm>
              <a:off x="4279108" y="2399415"/>
              <a:ext cx="3560763" cy="1126550"/>
              <a:chOff x="3105387" y="2548364"/>
              <a:chExt cx="3560763" cy="1126550"/>
            </a:xfrm>
          </p:grpSpPr>
          <p:sp>
            <p:nvSpPr>
              <p:cNvPr id="96" name="Rectangle 38">
                <a:extLst>
                  <a:ext uri="{FF2B5EF4-FFF2-40B4-BE49-F238E27FC236}">
                    <a16:creationId xmlns:a16="http://schemas.microsoft.com/office/drawing/2014/main" id="{7E8ABE87-6893-6052-EE4B-D6139095F06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05387" y="2548364"/>
                <a:ext cx="3560763" cy="1126550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solidFill>
                  <a:srgbClr val="003366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LG EI Text TTF Regular"/>
                  <a:ea typeface="LG EI Text TTF Regular"/>
                  <a:cs typeface="Arial" panose="020B0604020202020204" pitchFamily="34" charset="0"/>
                </a:endParaRPr>
              </a:p>
            </p:txBody>
          </p:sp>
          <p:sp>
            <p:nvSpPr>
              <p:cNvPr id="97" name="Rectangle 45">
                <a:extLst>
                  <a:ext uri="{FF2B5EF4-FFF2-40B4-BE49-F238E27FC236}">
                    <a16:creationId xmlns:a16="http://schemas.microsoft.com/office/drawing/2014/main" id="{D6D54BCE-B0F0-A6D8-F25E-82820A3A8C0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78521" y="2615418"/>
                <a:ext cx="3391222" cy="380916"/>
              </a:xfrm>
              <a:prstGeom prst="rect">
                <a:avLst/>
              </a:prstGeom>
              <a:solidFill>
                <a:srgbClr val="FD312E">
                  <a:lumMod val="20000"/>
                  <a:lumOff val="8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G EI Text TTF Regular"/>
                    <a:ea typeface="LG EI Text TTF Regular"/>
                    <a:cs typeface="맑은 고딕 Semilight" panose="020B0502040204020203" pitchFamily="50" charset="-127"/>
                  </a:rPr>
                  <a:t>CEO</a:t>
                </a:r>
                <a:endPara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G EI Text TTF Regular"/>
                  <a:ea typeface="LG EI Text TTF Regular"/>
                  <a:cs typeface="맑은 고딕 Semilight" panose="020B0502040204020203" pitchFamily="50" charset="-127"/>
                </a:endParaRPr>
              </a:p>
            </p:txBody>
          </p:sp>
        </p:grpSp>
        <p:grpSp>
          <p:nvGrpSpPr>
            <p:cNvPr id="84" name="그룹 83">
              <a:extLst>
                <a:ext uri="{FF2B5EF4-FFF2-40B4-BE49-F238E27FC236}">
                  <a16:creationId xmlns:a16="http://schemas.microsoft.com/office/drawing/2014/main" id="{EF79A0E7-C418-DA44-F110-6999BA88C10F}"/>
                </a:ext>
              </a:extLst>
            </p:cNvPr>
            <p:cNvGrpSpPr/>
            <p:nvPr/>
          </p:nvGrpSpPr>
          <p:grpSpPr>
            <a:xfrm>
              <a:off x="1435906" y="4069146"/>
              <a:ext cx="9261455" cy="1446754"/>
              <a:chOff x="231785" y="4218095"/>
              <a:chExt cx="9261455" cy="1446754"/>
            </a:xfrm>
          </p:grpSpPr>
          <p:sp>
            <p:nvSpPr>
              <p:cNvPr id="86" name="Rectangle 38">
                <a:extLst>
                  <a:ext uri="{FF2B5EF4-FFF2-40B4-BE49-F238E27FC236}">
                    <a16:creationId xmlns:a16="http://schemas.microsoft.com/office/drawing/2014/main" id="{D33A2706-41D9-63E3-FBAC-702911FEB01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5854877" y="4218095"/>
                <a:ext cx="1764000" cy="1446754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solidFill>
                  <a:srgbClr val="003366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LG EI Text TTF Regular"/>
                  <a:ea typeface="LG EI Text TTF Regular"/>
                  <a:cs typeface="Arial" panose="020B0604020202020204" pitchFamily="34" charset="0"/>
                </a:endParaRPr>
              </a:p>
            </p:txBody>
          </p:sp>
          <p:sp>
            <p:nvSpPr>
              <p:cNvPr id="87" name="Rectangle 38">
                <a:extLst>
                  <a:ext uri="{FF2B5EF4-FFF2-40B4-BE49-F238E27FC236}">
                    <a16:creationId xmlns:a16="http://schemas.microsoft.com/office/drawing/2014/main" id="{DAA3EE8D-5785-B071-015B-4B17CA60FBC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106149" y="4218095"/>
                <a:ext cx="1764000" cy="1446754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solidFill>
                  <a:srgbClr val="003366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LG EI Text TTF Regular"/>
                  <a:ea typeface="LG EI Text TTF Regular"/>
                  <a:cs typeface="Arial" panose="020B0604020202020204" pitchFamily="34" charset="0"/>
                </a:endParaRPr>
              </a:p>
            </p:txBody>
          </p:sp>
          <p:sp>
            <p:nvSpPr>
              <p:cNvPr id="88" name="Rectangle 38">
                <a:extLst>
                  <a:ext uri="{FF2B5EF4-FFF2-40B4-BE49-F238E27FC236}">
                    <a16:creationId xmlns:a16="http://schemas.microsoft.com/office/drawing/2014/main" id="{8A4F6F5C-5AF6-EF2F-5AF7-5F3E2E5158C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7729240" y="4218095"/>
                <a:ext cx="1764000" cy="1446754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solidFill>
                  <a:srgbClr val="003366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LG EI Text TTF Regular"/>
                  <a:ea typeface="LG EI Text TTF Regular"/>
                  <a:cs typeface="Arial" panose="020B0604020202020204" pitchFamily="34" charset="0"/>
                </a:endParaRPr>
              </a:p>
            </p:txBody>
          </p:sp>
          <p:sp>
            <p:nvSpPr>
              <p:cNvPr id="89" name="Rectangle 38">
                <a:extLst>
                  <a:ext uri="{FF2B5EF4-FFF2-40B4-BE49-F238E27FC236}">
                    <a16:creationId xmlns:a16="http://schemas.microsoft.com/office/drawing/2014/main" id="{C6C26CBA-D14E-FEBD-0F51-BD4E9026024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31785" y="4218095"/>
                <a:ext cx="1764000" cy="1446754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solidFill>
                  <a:srgbClr val="003366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LG EI Text TTF Regular"/>
                  <a:ea typeface="LG EI Text TTF Regular"/>
                  <a:cs typeface="Arial" panose="020B0604020202020204" pitchFamily="34" charset="0"/>
                </a:endParaRPr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1FB40130-A767-F177-9BB1-8C5174C39C3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93484" y="4289711"/>
                <a:ext cx="1635424" cy="370761"/>
              </a:xfrm>
              <a:prstGeom prst="rect">
                <a:avLst/>
              </a:prstGeom>
              <a:solidFill>
                <a:srgbClr val="FD312E">
                  <a:lumMod val="20000"/>
                  <a:lumOff val="8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G EI Text TTF Regular"/>
                    <a:ea typeface="LG EI Text TTF Regular"/>
                    <a:cs typeface="맑은 고딕 Semilight" panose="020B0502040204020203" pitchFamily="50" charset="-127"/>
                  </a:rPr>
                  <a:t>CMO (</a:t>
                </a:r>
                <a:r>
                  <a:rPr kumimoji="1" lang="ko-KR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G EI Text TTF Regular"/>
                    <a:ea typeface="LG EI Text TTF Regular"/>
                    <a:cs typeface="맑은 고딕 Semilight" panose="020B0502040204020203" pitchFamily="50" charset="-127"/>
                  </a:rPr>
                  <a:t>마케팅</a:t>
                </a:r>
                <a:r>
                  <a:rPr kumimoji="1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G EI Text TTF Regular"/>
                    <a:ea typeface="LG EI Text TTF Regular"/>
                    <a:cs typeface="맑은 고딕 Semilight" panose="020B0502040204020203" pitchFamily="50" charset="-127"/>
                  </a:rPr>
                  <a:t>)</a:t>
                </a:r>
                <a:endPara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G EI Text TTF Regular"/>
                  <a:ea typeface="LG EI Text TTF Regular"/>
                  <a:cs typeface="맑은 고딕 Semilight" panose="020B0502040204020203" pitchFamily="50" charset="-127"/>
                </a:endParaRPr>
              </a:p>
            </p:txBody>
          </p:sp>
          <p:sp>
            <p:nvSpPr>
              <p:cNvPr id="91" name="Rectangle 45">
                <a:extLst>
                  <a:ext uri="{FF2B5EF4-FFF2-40B4-BE49-F238E27FC236}">
                    <a16:creationId xmlns:a16="http://schemas.microsoft.com/office/drawing/2014/main" id="{0D2C6313-C325-0B90-DB87-4069C9948D8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5919165" y="4303441"/>
                <a:ext cx="1635424" cy="370762"/>
              </a:xfrm>
              <a:prstGeom prst="rect">
                <a:avLst/>
              </a:prstGeom>
              <a:solidFill>
                <a:srgbClr val="FD312E">
                  <a:lumMod val="20000"/>
                  <a:lumOff val="8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G EI Text TTF Regular"/>
                    <a:ea typeface="LG EI Text TTF Regular"/>
                    <a:cs typeface="맑은 고딕 Semilight" panose="020B0502040204020203" pitchFamily="50" charset="-127"/>
                  </a:rPr>
                  <a:t>CHO (HR)</a:t>
                </a:r>
                <a:endPara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G EI Text TTF Regular"/>
                  <a:ea typeface="LG EI Text TTF Regular"/>
                  <a:cs typeface="맑은 고딕 Semilight" panose="020B0502040204020203" pitchFamily="50" charset="-127"/>
                </a:endParaRPr>
              </a:p>
            </p:txBody>
          </p:sp>
          <p:sp>
            <p:nvSpPr>
              <p:cNvPr id="92" name="Rectangle 45">
                <a:extLst>
                  <a:ext uri="{FF2B5EF4-FFF2-40B4-BE49-F238E27FC236}">
                    <a16:creationId xmlns:a16="http://schemas.microsoft.com/office/drawing/2014/main" id="{9732E813-C96D-FAEF-D682-96C674884DE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177459" y="4303441"/>
                <a:ext cx="1621381" cy="370761"/>
              </a:xfrm>
              <a:prstGeom prst="rect">
                <a:avLst/>
              </a:prstGeom>
              <a:solidFill>
                <a:srgbClr val="FD312E">
                  <a:lumMod val="20000"/>
                  <a:lumOff val="8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G EI Text TTF Regular"/>
                    <a:ea typeface="LG EI Text TTF Regular"/>
                    <a:cs typeface="맑은 고딕 Semilight" panose="020B0502040204020203" pitchFamily="50" charset="-127"/>
                  </a:rPr>
                  <a:t>CPO(</a:t>
                </a:r>
                <a:r>
                  <a:rPr kumimoji="1" lang="ko-KR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G EI Text TTF Regular"/>
                    <a:ea typeface="LG EI Text TTF Regular"/>
                    <a:cs typeface="맑은 고딕 Semilight" panose="020B0502040204020203" pitchFamily="50" charset="-127"/>
                  </a:rPr>
                  <a:t>생산</a:t>
                </a:r>
                <a:r>
                  <a:rPr kumimoji="1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G EI Text TTF Regular"/>
                    <a:ea typeface="LG EI Text TTF Regular"/>
                    <a:cs typeface="맑은 고딕 Semilight" panose="020B0502040204020203" pitchFamily="50" charset="-127"/>
                  </a:rPr>
                  <a:t>/</a:t>
                </a:r>
                <a:r>
                  <a:rPr kumimoji="1" lang="ko-KR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G EI Text TTF Regular"/>
                    <a:ea typeface="LG EI Text TTF Regular"/>
                    <a:cs typeface="맑은 고딕 Semilight" panose="020B0502040204020203" pitchFamily="50" charset="-127"/>
                  </a:rPr>
                  <a:t>운영</a:t>
                </a:r>
                <a:r>
                  <a:rPr kumimoji="1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G EI Text TTF Regular"/>
                    <a:ea typeface="LG EI Text TTF Regular"/>
                    <a:cs typeface="맑은 고딕 Semilight" panose="020B0502040204020203" pitchFamily="50" charset="-127"/>
                  </a:rPr>
                  <a:t>)</a:t>
                </a:r>
                <a:endPara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G EI Text TTF Regular"/>
                  <a:ea typeface="LG EI Text TTF Regular"/>
                  <a:cs typeface="맑은 고딕 Semilight" panose="020B0502040204020203" pitchFamily="50" charset="-127"/>
                </a:endParaRPr>
              </a:p>
            </p:txBody>
          </p:sp>
          <p:sp>
            <p:nvSpPr>
              <p:cNvPr id="93" name="Rectangle 45">
                <a:extLst>
                  <a:ext uri="{FF2B5EF4-FFF2-40B4-BE49-F238E27FC236}">
                    <a16:creationId xmlns:a16="http://schemas.microsoft.com/office/drawing/2014/main" id="{628DF1D9-2CF9-7BC2-6492-FD7D7E92A4E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7793577" y="4303441"/>
                <a:ext cx="1635326" cy="370761"/>
              </a:xfrm>
              <a:prstGeom prst="rect">
                <a:avLst/>
              </a:prstGeom>
              <a:solidFill>
                <a:srgbClr val="FD312E">
                  <a:lumMod val="20000"/>
                  <a:lumOff val="8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G EI Text TTF Regular"/>
                    <a:ea typeface="LG EI Text TTF Regular"/>
                    <a:cs typeface="맑은 고딕 Semilight" panose="020B0502040204020203" pitchFamily="50" charset="-127"/>
                  </a:rPr>
                  <a:t>CFO (</a:t>
                </a:r>
                <a:r>
                  <a:rPr kumimoji="1" lang="ko-KR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G EI Text TTF Regular"/>
                    <a:ea typeface="LG EI Text TTF Regular"/>
                    <a:cs typeface="맑은 고딕 Semilight" panose="020B0502040204020203" pitchFamily="50" charset="-127"/>
                  </a:rPr>
                  <a:t>재무</a:t>
                </a:r>
                <a:r>
                  <a:rPr kumimoji="1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G EI Text TTF Regular"/>
                    <a:ea typeface="LG EI Text TTF Regular"/>
                    <a:cs typeface="맑은 고딕 Semilight" panose="020B0502040204020203" pitchFamily="50" charset="-127"/>
                  </a:rPr>
                  <a:t>/</a:t>
                </a:r>
                <a:r>
                  <a:rPr kumimoji="1" lang="ko-KR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G EI Text TTF Regular"/>
                    <a:ea typeface="LG EI Text TTF Regular"/>
                    <a:cs typeface="맑은 고딕 Semilight" panose="020B0502040204020203" pitchFamily="50" charset="-127"/>
                  </a:rPr>
                  <a:t>회계</a:t>
                </a:r>
                <a:r>
                  <a:rPr kumimoji="1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G EI Text TTF Regular"/>
                    <a:ea typeface="LG EI Text TTF Regular"/>
                    <a:cs typeface="맑은 고딕 Semilight" panose="020B0502040204020203" pitchFamily="50" charset="-127"/>
                  </a:rPr>
                  <a:t>)</a:t>
                </a:r>
                <a:endPara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G EI Text TTF Regular"/>
                  <a:ea typeface="LG EI Text TTF Regular"/>
                  <a:cs typeface="맑은 고딕 Semilight" panose="020B0502040204020203" pitchFamily="50" charset="-127"/>
                </a:endParaRPr>
              </a:p>
            </p:txBody>
          </p:sp>
          <p:sp>
            <p:nvSpPr>
              <p:cNvPr id="94" name="Rectangle 38">
                <a:extLst>
                  <a:ext uri="{FF2B5EF4-FFF2-40B4-BE49-F238E27FC236}">
                    <a16:creationId xmlns:a16="http://schemas.microsoft.com/office/drawing/2014/main" id="{15FF5435-502D-FBB8-44F1-ACD3DE9C272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980513" y="4218095"/>
                <a:ext cx="1764000" cy="1446754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solidFill>
                  <a:srgbClr val="003366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LG EI Text TTF Regular"/>
                  <a:ea typeface="LG EI Text TTF Regular"/>
                  <a:cs typeface="Arial" panose="020B0604020202020204" pitchFamily="34" charset="0"/>
                </a:endParaRPr>
              </a:p>
            </p:txBody>
          </p:sp>
          <p:sp>
            <p:nvSpPr>
              <p:cNvPr id="95" name="Rectangle 45">
                <a:extLst>
                  <a:ext uri="{FF2B5EF4-FFF2-40B4-BE49-F238E27FC236}">
                    <a16:creationId xmlns:a16="http://schemas.microsoft.com/office/drawing/2014/main" id="{0B734E51-60A8-7F7D-166E-971C2B01DDD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4044801" y="4303441"/>
                <a:ext cx="1635424" cy="370762"/>
              </a:xfrm>
              <a:prstGeom prst="rect">
                <a:avLst/>
              </a:prstGeom>
              <a:solidFill>
                <a:srgbClr val="FD312E">
                  <a:lumMod val="20000"/>
                  <a:lumOff val="8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G EI Text TTF Regular"/>
                    <a:ea typeface="LG EI Text TTF Regular"/>
                    <a:cs typeface="맑은 고딕 Semilight" panose="020B0502040204020203" pitchFamily="50" charset="-127"/>
                  </a:rPr>
                  <a:t>CTO (R&amp;D)</a:t>
                </a:r>
                <a:endPara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G EI Text TTF Regular"/>
                  <a:ea typeface="LG EI Text TTF Regular"/>
                  <a:cs typeface="맑은 고딕 Semilight" panose="020B0502040204020203" pitchFamily="50" charset="-127"/>
                </a:endParaRPr>
              </a:p>
            </p:txBody>
          </p:sp>
        </p:grpSp>
        <p:cxnSp>
          <p:nvCxnSpPr>
            <p:cNvPr id="85" name="꺾인 연결선 22">
              <a:extLst>
                <a:ext uri="{FF2B5EF4-FFF2-40B4-BE49-F238E27FC236}">
                  <a16:creationId xmlns:a16="http://schemas.microsoft.com/office/drawing/2014/main" id="{D21D1B95-3016-A5CA-4B9C-41DB6697783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822439" y="3788736"/>
              <a:ext cx="525543" cy="1"/>
            </a:xfrm>
            <a:prstGeom prst="bentConnector3">
              <a:avLst>
                <a:gd name="adj1" fmla="val 50000"/>
              </a:avLst>
            </a:prstGeom>
            <a:noFill/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9522850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heme/theme1.xml><?xml version="1.0" encoding="utf-8"?>
<a:theme xmlns:a="http://schemas.openxmlformats.org/drawingml/2006/main" name="18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0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3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21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4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5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9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8.xml><?xml version="1.0" encoding="utf-8"?>
<a:theme xmlns:a="http://schemas.openxmlformats.org/drawingml/2006/main" name="11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9.xml><?xml version="1.0" encoding="utf-8"?>
<a:theme xmlns:a="http://schemas.openxmlformats.org/drawingml/2006/main" name="13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10.xml><?xml version="1.0" encoding="utf-8"?>
<a:theme xmlns:a="http://schemas.openxmlformats.org/drawingml/2006/main" name="22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11.xml><?xml version="1.0" encoding="utf-8"?>
<a:theme xmlns:a="http://schemas.openxmlformats.org/drawingml/2006/main" name="15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12.xml><?xml version="1.0" encoding="utf-8"?>
<a:theme xmlns:a="http://schemas.openxmlformats.org/drawingml/2006/main" name="16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13.xml><?xml version="1.0" encoding="utf-8"?>
<a:theme xmlns:a="http://schemas.openxmlformats.org/drawingml/2006/main" name="33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 anchor="ctr" anchorCtr="0">
        <a:noAutofit/>
      </a:bodyPr>
      <a:lstStyle>
        <a:defPPr>
          <a:defRPr sz="1400" smtClean="0"/>
        </a:defPPr>
      </a:lstStyle>
    </a:txDef>
  </a:objectDefaults>
  <a:extraClrSchemeLst/>
</a:theme>
</file>

<file path=ppt/theme/theme14.xml><?xml version="1.0" encoding="utf-8"?>
<a:theme xmlns:a="http://schemas.openxmlformats.org/drawingml/2006/main" name="23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15.xml><?xml version="1.0" encoding="utf-8"?>
<a:theme xmlns:a="http://schemas.openxmlformats.org/drawingml/2006/main" name="24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16.xml><?xml version="1.0" encoding="utf-8"?>
<a:theme xmlns:a="http://schemas.openxmlformats.org/drawingml/2006/main" name="34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 anchor="ctr" anchorCtr="0">
        <a:noAutofit/>
      </a:bodyPr>
      <a:lstStyle>
        <a:defPPr>
          <a:defRPr sz="1400" smtClean="0"/>
        </a:defPPr>
      </a:lstStyle>
    </a:txDef>
  </a:objectDefaults>
  <a:extraClrSchemeLst/>
</a:theme>
</file>

<file path=ppt/theme/theme17.xml><?xml version="1.0" encoding="utf-8"?>
<a:theme xmlns:a="http://schemas.openxmlformats.org/drawingml/2006/main" name="10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47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25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19.xml><?xml version="1.0" encoding="utf-8"?>
<a:theme xmlns:a="http://schemas.openxmlformats.org/drawingml/2006/main" name="9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47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9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21.xml><?xml version="1.0" encoding="utf-8"?>
<a:theme xmlns:a="http://schemas.openxmlformats.org/drawingml/2006/main" name="2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22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2L Soft">
      <a:majorFont>
        <a:latin typeface="Arial"/>
        <a:ea typeface="나눔고딕"/>
        <a:cs typeface=""/>
      </a:majorFont>
      <a:minorFont>
        <a:latin typeface="Arial"/>
        <a:ea typeface="나눔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Timesaver- PowerLibrary - 061909 NL">
  <a:themeElements>
    <a:clrScheme name="Timesaver- PowerLibrary - 061909 NL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00FF"/>
      </a:hlink>
      <a:folHlink>
        <a:srgbClr val="FF00FF"/>
      </a:folHlink>
    </a:clrScheme>
    <a:fontScheme name="Timesaver- PowerLibrary - 061909 NL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Timesaver- PowerLibrary - 061909 N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9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36000" tIns="36000" rIns="36000" bIns="3600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9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Override1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2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3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4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5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6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7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8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9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10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11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12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13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14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15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16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17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18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19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13019</TotalTime>
  <Words>49</Words>
  <Application>Microsoft Office PowerPoint</Application>
  <PresentationFormat>사용자 지정</PresentationFormat>
  <Paragraphs>11</Paragraphs>
  <Slides>1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22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37" baseType="lpstr">
      <vt:lpstr>HY견고딕</vt:lpstr>
      <vt:lpstr>LG EI Text TTF Regular</vt:lpstr>
      <vt:lpstr>NanumSquare Neo Bold</vt:lpstr>
      <vt:lpstr>Pretendard Black</vt:lpstr>
      <vt:lpstr>나눔고딕</vt:lpstr>
      <vt:lpstr>맑은 고딕</vt:lpstr>
      <vt:lpstr>휴먼편지체</vt:lpstr>
      <vt:lpstr>Arial</vt:lpstr>
      <vt:lpstr>Georgia</vt:lpstr>
      <vt:lpstr>Times New Roman</vt:lpstr>
      <vt:lpstr>Trebuchet MS</vt:lpstr>
      <vt:lpstr>Wingdings</vt:lpstr>
      <vt:lpstr>Wingdings 2</vt:lpstr>
      <vt:lpstr>18_Timesaver- PowerLibrary - 061909 NL</vt:lpstr>
      <vt:lpstr>20_Timesaver- PowerLibrary - 061909 NL</vt:lpstr>
      <vt:lpstr>3_Timesaver- PowerLibrary - 061909 NL</vt:lpstr>
      <vt:lpstr>21_Timesaver- PowerLibrary - 061909 NL</vt:lpstr>
      <vt:lpstr>4_Timesaver- PowerLibrary - 061909 NL</vt:lpstr>
      <vt:lpstr>5_Timesaver- PowerLibrary - 061909 NL</vt:lpstr>
      <vt:lpstr>9_Timesaver- PowerLibrary - 061909 NL</vt:lpstr>
      <vt:lpstr>11_Timesaver- PowerLibrary - 061909 NL</vt:lpstr>
      <vt:lpstr>13_Timesaver- PowerLibrary - 061909 NL</vt:lpstr>
      <vt:lpstr>22_Timesaver- PowerLibrary - 061909 NL</vt:lpstr>
      <vt:lpstr>15_Timesaver- PowerLibrary - 061909 NL</vt:lpstr>
      <vt:lpstr>16_Timesaver- PowerLibrary - 061909 NL</vt:lpstr>
      <vt:lpstr>33_Timesaver- PowerLibrary - 061909 NL</vt:lpstr>
      <vt:lpstr>23_Timesaver- PowerLibrary - 061909 NL</vt:lpstr>
      <vt:lpstr>24_Timesaver- PowerLibrary - 061909 NL</vt:lpstr>
      <vt:lpstr>34_Timesaver- PowerLibrary - 061909 NL</vt:lpstr>
      <vt:lpstr>10_디자인 사용자 지정</vt:lpstr>
      <vt:lpstr>25_Timesaver- PowerLibrary - 061909 NL</vt:lpstr>
      <vt:lpstr>9_디자인 사용자 지정</vt:lpstr>
      <vt:lpstr>19_Timesaver- PowerLibrary - 061909 NL</vt:lpstr>
      <vt:lpstr>2_Timesaver- PowerLibrary - 061909 NL</vt:lpstr>
      <vt:lpstr>1_Office 테마</vt:lpstr>
      <vt:lpstr>think-cell Slide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 시뮬레이션 Biz-CEO 교육 www.biz-ceo.co.kr</dc:title>
  <dc:creator>김지연</dc:creator>
  <cp:lastModifiedBy>김상수 비투엘소프트</cp:lastModifiedBy>
  <cp:revision>472</cp:revision>
  <dcterms:modified xsi:type="dcterms:W3CDTF">2026-08-12T03:39:28Z</dcterms:modified>
</cp:coreProperties>
</file>