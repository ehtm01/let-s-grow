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Override1.xml" ContentType="application/vnd.openxmlformats-officedocument.themeOverr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Override2.xml" ContentType="application/vnd.openxmlformats-officedocument.themeOverr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heme/themeOverride3.xml" ContentType="application/vnd.openxmlformats-officedocument.themeOverr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heme/themeOverride4.xml" ContentType="application/vnd.openxmlformats-officedocument.themeOverr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heme/themeOverride5.xml" ContentType="application/vnd.openxmlformats-officedocument.themeOverr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Override6.xml" ContentType="application/vnd.openxmlformats-officedocument.themeOverr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heme/themeOverride7.xml" ContentType="application/vnd.openxmlformats-officedocument.themeOverr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heme/themeOverride8.xml" ContentType="application/vnd.openxmlformats-officedocument.themeOverr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Override9.xml" ContentType="application/vnd.openxmlformats-officedocument.themeOverr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heme/themeOverride10.xml" ContentType="application/vnd.openxmlformats-officedocument.themeOverride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1.xml" ContentType="application/vnd.openxmlformats-officedocument.them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heme/themeOverride11.xml" ContentType="application/vnd.openxmlformats-officedocument.themeOverr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2.xml" ContentType="application/vnd.openxmlformats-officedocument.theme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heme/themeOverride12.xml" ContentType="application/vnd.openxmlformats-officedocument.themeOverr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3.xml" ContentType="application/vnd.openxmlformats-officedocument.them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heme/themeOverride13.xml" ContentType="application/vnd.openxmlformats-officedocument.themeOverride+xml"/>
  <Override PartName="/ppt/tags/tag458.xml" ContentType="application/vnd.openxmlformats-officedocument.presentationml.tags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4.xml" ContentType="application/vnd.openxmlformats-officedocument.theme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heme/themeOverride14.xml" ContentType="application/vnd.openxmlformats-officedocument.themeOverride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5.xml" ContentType="application/vnd.openxmlformats-officedocument.theme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heme/themeOverride15.xml" ContentType="application/vnd.openxmlformats-officedocument.themeOverride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6.xml" ContentType="application/vnd.openxmlformats-officedocument.theme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heme/themeOverride16.xml" ContentType="application/vnd.openxmlformats-officedocument.themeOverride+xml"/>
  <Override PartName="/ppt/tags/tag552.xml" ContentType="application/vnd.openxmlformats-officedocument.presentationml.tags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7.xml" ContentType="application/vnd.openxmlformats-officedocument.theme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8.xml" ContentType="application/vnd.openxmlformats-officedocument.theme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heme/themeOverride17.xml" ContentType="application/vnd.openxmlformats-officedocument.themeOverride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9.xml" ContentType="application/vnd.openxmlformats-officedocument.theme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20.xml" ContentType="application/vnd.openxmlformats-officedocument.theme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heme/themeOverride18.xml" ContentType="application/vnd.openxmlformats-officedocument.themeOverride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21.xml" ContentType="application/vnd.openxmlformats-officedocument.theme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heme/themeOverride19.xml" ContentType="application/vnd.openxmlformats-officedocument.themeOverride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22.xml" ContentType="application/vnd.openxmlformats-officedocument.theme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  <p:sldMasterId id="2147483933" r:id="rId2"/>
    <p:sldMasterId id="2147483945" r:id="rId3"/>
    <p:sldMasterId id="2147484092" r:id="rId4"/>
    <p:sldMasterId id="2147484103" r:id="rId5"/>
    <p:sldMasterId id="2147484114" r:id="rId6"/>
    <p:sldMasterId id="2147484300" r:id="rId7"/>
    <p:sldMasterId id="2147484584" r:id="rId8"/>
    <p:sldMasterId id="2147484725" r:id="rId9"/>
    <p:sldMasterId id="2147484736" r:id="rId10"/>
    <p:sldMasterId id="2147484882" r:id="rId11"/>
    <p:sldMasterId id="2147484894" r:id="rId12"/>
    <p:sldMasterId id="2147485036" r:id="rId13"/>
    <p:sldMasterId id="2147485041" r:id="rId14"/>
    <p:sldMasterId id="2147485069" r:id="rId15"/>
    <p:sldMasterId id="2147485079" r:id="rId16"/>
    <p:sldMasterId id="2147485085" r:id="rId17"/>
    <p:sldMasterId id="2147485103" r:id="rId18"/>
    <p:sldMasterId id="2147485113" r:id="rId19"/>
    <p:sldMasterId id="2147485123" r:id="rId20"/>
    <p:sldMasterId id="2147485417" r:id="rId21"/>
    <p:sldMasterId id="2147485424" r:id="rId22"/>
  </p:sldMasterIdLst>
  <p:notesMasterIdLst>
    <p:notesMasterId r:id="rId24"/>
  </p:notesMasterIdLst>
  <p:sldIdLst>
    <p:sldId id="8089" r:id="rId23"/>
  </p:sldIdLst>
  <p:sldSz cx="97155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2862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858837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28905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71767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지연" initials="김지" lastIdx="2" clrIdx="0">
    <p:extLst>
      <p:ext uri="{19B8F6BF-5375-455C-9EA6-DF929625EA0E}">
        <p15:presenceInfo xmlns:p15="http://schemas.microsoft.com/office/powerpoint/2012/main" userId="052c2138aaf0cc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D5"/>
          </a:solidFill>
        </a:fill>
      </a:tcStyle>
    </a:wholeTbl>
    <a:band2H>
      <a:tcTxStyle/>
      <a:tcStyle>
        <a:tcBdr/>
        <a:fill>
          <a:solidFill>
            <a:srgbClr val="E6E7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2"/>
          </a:solidFill>
        </a:fill>
      </a:tcStyle>
    </a:wholeTbl>
    <a:band2H>
      <a:tcTxStyle/>
      <a:tcStyle>
        <a:tcBdr/>
        <a:fill>
          <a:solidFill>
            <a:srgbClr val="E6F0F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F2CA"/>
          </a:solidFill>
        </a:fill>
      </a:tcStyle>
    </a:wholeTbl>
    <a:band2H>
      <a:tcTxStyle/>
      <a:tcStyle>
        <a:tcBdr/>
        <a:fill>
          <a:solidFill>
            <a:srgbClr val="F5F9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7" autoAdjust="0"/>
  </p:normalViewPr>
  <p:slideViewPr>
    <p:cSldViewPr snapToGrid="0">
      <p:cViewPr varScale="1">
        <p:scale>
          <a:sx n="110" d="100"/>
          <a:sy n="110" d="100"/>
        </p:scale>
        <p:origin x="148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Shape 17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5" name="Shape 17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1pPr>
    <a:lvl2pPr indent="228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2pPr>
    <a:lvl3pPr indent="457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3pPr>
    <a:lvl4pPr indent="685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4pPr>
    <a:lvl5pPr indent="9144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5pPr>
    <a:lvl6pPr indent="11430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6pPr>
    <a:lvl7pPr indent="1371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7pPr>
    <a:lvl8pPr indent="1600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8pPr>
    <a:lvl9pPr indent="1828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00125" y="685800"/>
            <a:ext cx="48577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35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8DB7A7-C4D5-47D5-B992-469799E04A40}" type="slidenum">
              <a:rPr kumimoji="0" lang="en-GB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Helvetica"/>
                <a:sym typeface="Arial"/>
              </a:rPr>
              <a:pPr marL="0" marR="0" lvl="0" indent="0" algn="r" defTabSz="635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Helvetica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37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7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hemeOverride" Target="../theme/themeOverride1.xml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oleObject" Target="../embeddings/oleObject1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7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oleObject" Target="../embeddings/oleObject1.bin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2.xml"/><Relationship Id="rId4" Type="http://schemas.openxmlformats.org/officeDocument/2006/relationships/oleObject" Target="../embeddings/oleObject1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oleObject" Target="../embeddings/oleObject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oleObject" Target="../embeddings/oleObject1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oleObject" Target="../embeddings/oleObject1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87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6.xml"/><Relationship Id="rId1" Type="http://schemas.openxmlformats.org/officeDocument/2006/relationships/themeOverride" Target="../theme/themeOverride3.xml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oleObject" Target="../embeddings/oleObject1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oleObject" Target="../embeddings/oleObject1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oleObject" Target="../embeddings/oleObject1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oleObject" Target="../embeddings/oleObject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23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oleObject" Target="../embeddings/oleObject1.bin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2.xml"/><Relationship Id="rId1" Type="http://schemas.openxmlformats.org/officeDocument/2006/relationships/themeOverride" Target="../theme/themeOverride4.xml"/><Relationship Id="rId4" Type="http://schemas.openxmlformats.org/officeDocument/2006/relationships/oleObject" Target="../embeddings/oleObject1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4" Type="http://schemas.openxmlformats.org/officeDocument/2006/relationships/oleObject" Target="../embeddings/oleObject1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oleObject" Target="../embeddings/oleObject1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oleObject" Target="../embeddings/oleObject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oleObject" Target="../embeddings/oleObject1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oleObject" Target="../embeddings/oleObject1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61.xml"/><Relationship Id="rId16" Type="http://schemas.openxmlformats.org/officeDocument/2006/relationships/slideMaster" Target="../slideMasters/slideMaster5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5" Type="http://schemas.openxmlformats.org/officeDocument/2006/relationships/tags" Target="../tags/tag17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tags" Target="../tags/tag17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7" Type="http://schemas.openxmlformats.org/officeDocument/2006/relationships/oleObject" Target="../embeddings/oleObject1.bin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179.xml"/><Relationship Id="rId4" Type="http://schemas.openxmlformats.org/officeDocument/2006/relationships/tags" Target="../tags/tag17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0.xml"/><Relationship Id="rId1" Type="http://schemas.openxmlformats.org/officeDocument/2006/relationships/themeOverride" Target="../theme/themeOverride5.xml"/><Relationship Id="rId4" Type="http://schemas.openxmlformats.org/officeDocument/2006/relationships/oleObject" Target="../embeddings/oleObject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oleObject" Target="../embeddings/oleObject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oleObject" Target="../embeddings/oleObject1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oleObject" Target="../embeddings/oleObject1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oleObject" Target="../embeddings/oleObject1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97.xml"/><Relationship Id="rId16" Type="http://schemas.openxmlformats.org/officeDocument/2006/relationships/slideMaster" Target="../slideMasters/slideMaster6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6.xml"/><Relationship Id="rId1" Type="http://schemas.openxmlformats.org/officeDocument/2006/relationships/themeOverride" Target="../theme/themeOverride6.xml"/><Relationship Id="rId4" Type="http://schemas.openxmlformats.org/officeDocument/2006/relationships/oleObject" Target="../embeddings/oleObject1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oleObject" Target="../embeddings/oleObject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oleObject" Target="../embeddings/oleObject1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oleObject" Target="../embeddings/oleObject1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oleObject" Target="../embeddings/oleObject1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13" Type="http://schemas.openxmlformats.org/officeDocument/2006/relationships/tags" Target="../tags/tag244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tags" Target="../tags/tag24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233.xml"/><Relationship Id="rId16" Type="http://schemas.openxmlformats.org/officeDocument/2006/relationships/slideMaster" Target="../slideMasters/slideMaster7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tags" Target="../tags/tag242.xml"/><Relationship Id="rId5" Type="http://schemas.openxmlformats.org/officeDocument/2006/relationships/tags" Target="../tags/tag236.xml"/><Relationship Id="rId15" Type="http://schemas.openxmlformats.org/officeDocument/2006/relationships/tags" Target="../tags/tag246.xml"/><Relationship Id="rId10" Type="http://schemas.openxmlformats.org/officeDocument/2006/relationships/tags" Target="../tags/tag241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4" Type="http://schemas.openxmlformats.org/officeDocument/2006/relationships/tags" Target="../tags/tag24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7" Type="http://schemas.openxmlformats.org/officeDocument/2006/relationships/oleObject" Target="../embeddings/oleObject1.bin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251.xml"/><Relationship Id="rId4" Type="http://schemas.openxmlformats.org/officeDocument/2006/relationships/tags" Target="../tags/tag25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2.xml"/><Relationship Id="rId1" Type="http://schemas.openxmlformats.org/officeDocument/2006/relationships/themeOverride" Target="../theme/themeOverride7.xml"/><Relationship Id="rId4" Type="http://schemas.openxmlformats.org/officeDocument/2006/relationships/oleObject" Target="../embeddings/oleObject1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4" Type="http://schemas.openxmlformats.org/officeDocument/2006/relationships/oleObject" Target="../embeddings/oleObject1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oleObject" Target="../embeddings/oleObject1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4" Type="http://schemas.openxmlformats.org/officeDocument/2006/relationships/oleObject" Target="../embeddings/oleObject1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4" Type="http://schemas.openxmlformats.org/officeDocument/2006/relationships/oleObject" Target="../embeddings/oleObject1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oleObject" Target="../embeddings/oleObject1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7" Type="http://schemas.openxmlformats.org/officeDocument/2006/relationships/oleObject" Target="../embeddings/oleObject3.bin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slideMaster" Target="../slideMasters/slideMaster8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7.xml"/><Relationship Id="rId1" Type="http://schemas.openxmlformats.org/officeDocument/2006/relationships/themeOverride" Target="../theme/themeOverride8.xml"/><Relationship Id="rId4" Type="http://schemas.openxmlformats.org/officeDocument/2006/relationships/oleObject" Target="../embeddings/oleObject4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4" Type="http://schemas.openxmlformats.org/officeDocument/2006/relationships/oleObject" Target="../embeddings/oleObject5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4" Type="http://schemas.openxmlformats.org/officeDocument/2006/relationships/oleObject" Target="../embeddings/oleObject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4" Type="http://schemas.openxmlformats.org/officeDocument/2006/relationships/oleObject" Target="../embeddings/oleObject7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13" Type="http://schemas.openxmlformats.org/officeDocument/2006/relationships/tags" Target="../tags/tag301.xml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12" Type="http://schemas.openxmlformats.org/officeDocument/2006/relationships/tags" Target="../tags/tag300.xml"/><Relationship Id="rId17" Type="http://schemas.openxmlformats.org/officeDocument/2006/relationships/oleObject" Target="../embeddings/oleObject9.bin"/><Relationship Id="rId2" Type="http://schemas.openxmlformats.org/officeDocument/2006/relationships/tags" Target="../tags/tag290.xml"/><Relationship Id="rId16" Type="http://schemas.openxmlformats.org/officeDocument/2006/relationships/slideMaster" Target="../slideMasters/slideMaster9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tags" Target="../tags/tag299.xml"/><Relationship Id="rId5" Type="http://schemas.openxmlformats.org/officeDocument/2006/relationships/tags" Target="../tags/tag293.xml"/><Relationship Id="rId15" Type="http://schemas.openxmlformats.org/officeDocument/2006/relationships/tags" Target="../tags/tag303.xml"/><Relationship Id="rId10" Type="http://schemas.openxmlformats.org/officeDocument/2006/relationships/tags" Target="../tags/tag298.xml"/><Relationship Id="rId4" Type="http://schemas.openxmlformats.org/officeDocument/2006/relationships/tags" Target="../tags/tag292.xml"/><Relationship Id="rId9" Type="http://schemas.openxmlformats.org/officeDocument/2006/relationships/tags" Target="../tags/tag297.xml"/><Relationship Id="rId14" Type="http://schemas.openxmlformats.org/officeDocument/2006/relationships/tags" Target="../tags/tag30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7" Type="http://schemas.openxmlformats.org/officeDocument/2006/relationships/oleObject" Target="../embeddings/oleObject10.bin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slideMaster" Target="../slideMasters/slideMaster9.xml"/><Relationship Id="rId5" Type="http://schemas.openxmlformats.org/officeDocument/2006/relationships/tags" Target="../tags/tag308.xml"/><Relationship Id="rId4" Type="http://schemas.openxmlformats.org/officeDocument/2006/relationships/tags" Target="../tags/tag30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09.xml"/><Relationship Id="rId1" Type="http://schemas.openxmlformats.org/officeDocument/2006/relationships/themeOverride" Target="../theme/themeOverride9.xml"/><Relationship Id="rId4" Type="http://schemas.openxmlformats.org/officeDocument/2006/relationships/oleObject" Target="../embeddings/oleObject11.bin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oleObject" Target="../embeddings/oleObject1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4" Type="http://schemas.openxmlformats.org/officeDocument/2006/relationships/oleObject" Target="../embeddings/oleObject13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4" Type="http://schemas.openxmlformats.org/officeDocument/2006/relationships/oleObject" Target="../embeddings/oleObject14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4" Type="http://schemas.openxmlformats.org/officeDocument/2006/relationships/oleObject" Target="../embeddings/oleObject15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6.bin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332.xml"/><Relationship Id="rId13" Type="http://schemas.openxmlformats.org/officeDocument/2006/relationships/tags" Target="../tags/tag337.xml"/><Relationship Id="rId3" Type="http://schemas.openxmlformats.org/officeDocument/2006/relationships/tags" Target="../tags/tag327.xml"/><Relationship Id="rId7" Type="http://schemas.openxmlformats.org/officeDocument/2006/relationships/tags" Target="../tags/tag331.xml"/><Relationship Id="rId12" Type="http://schemas.openxmlformats.org/officeDocument/2006/relationships/tags" Target="../tags/tag336.xml"/><Relationship Id="rId17" Type="http://schemas.openxmlformats.org/officeDocument/2006/relationships/oleObject" Target="../embeddings/oleObject18.bin"/><Relationship Id="rId2" Type="http://schemas.openxmlformats.org/officeDocument/2006/relationships/tags" Target="../tags/tag326.xml"/><Relationship Id="rId16" Type="http://schemas.openxmlformats.org/officeDocument/2006/relationships/slideMaster" Target="../slideMasters/slideMaster10.xml"/><Relationship Id="rId1" Type="http://schemas.openxmlformats.org/officeDocument/2006/relationships/tags" Target="../tags/tag325.xml"/><Relationship Id="rId6" Type="http://schemas.openxmlformats.org/officeDocument/2006/relationships/tags" Target="../tags/tag330.xml"/><Relationship Id="rId11" Type="http://schemas.openxmlformats.org/officeDocument/2006/relationships/tags" Target="../tags/tag335.xml"/><Relationship Id="rId5" Type="http://schemas.openxmlformats.org/officeDocument/2006/relationships/tags" Target="../tags/tag329.xml"/><Relationship Id="rId15" Type="http://schemas.openxmlformats.org/officeDocument/2006/relationships/tags" Target="../tags/tag339.xml"/><Relationship Id="rId10" Type="http://schemas.openxmlformats.org/officeDocument/2006/relationships/tags" Target="../tags/tag334.xml"/><Relationship Id="rId4" Type="http://schemas.openxmlformats.org/officeDocument/2006/relationships/tags" Target="../tags/tag328.xml"/><Relationship Id="rId9" Type="http://schemas.openxmlformats.org/officeDocument/2006/relationships/tags" Target="../tags/tag333.xml"/><Relationship Id="rId14" Type="http://schemas.openxmlformats.org/officeDocument/2006/relationships/tags" Target="../tags/tag33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342.xml"/><Relationship Id="rId7" Type="http://schemas.openxmlformats.org/officeDocument/2006/relationships/oleObject" Target="../embeddings/oleObject19.bin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slideMaster" Target="../slideMasters/slideMaster10.xml"/><Relationship Id="rId5" Type="http://schemas.openxmlformats.org/officeDocument/2006/relationships/tags" Target="../tags/tag344.xml"/><Relationship Id="rId4" Type="http://schemas.openxmlformats.org/officeDocument/2006/relationships/tags" Target="../tags/tag34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5.xml"/><Relationship Id="rId1" Type="http://schemas.openxmlformats.org/officeDocument/2006/relationships/themeOverride" Target="../theme/themeOverride10.xml"/><Relationship Id="rId4" Type="http://schemas.openxmlformats.org/officeDocument/2006/relationships/oleObject" Target="../embeddings/oleObject20.bin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4" Type="http://schemas.openxmlformats.org/officeDocument/2006/relationships/oleObject" Target="../embeddings/oleObject21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4" Type="http://schemas.openxmlformats.org/officeDocument/2006/relationships/oleObject" Target="../embeddings/oleObject22.bin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4" Type="http://schemas.openxmlformats.org/officeDocument/2006/relationships/oleObject" Target="../embeddings/oleObject23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4" Type="http://schemas.openxmlformats.org/officeDocument/2006/relationships/oleObject" Target="../embeddings/oleObject24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4" Type="http://schemas.openxmlformats.org/officeDocument/2006/relationships/oleObject" Target="../embeddings/oleObject25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26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3" Type="http://schemas.openxmlformats.org/officeDocument/2006/relationships/tags" Target="../tags/tag371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oleObject" Target="../embeddings/oleObject1.bin"/><Relationship Id="rId2" Type="http://schemas.openxmlformats.org/officeDocument/2006/relationships/tags" Target="../tags/tag370.xml"/><Relationship Id="rId16" Type="http://schemas.openxmlformats.org/officeDocument/2006/relationships/slideMaster" Target="../slideMasters/slideMaster11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10" Type="http://schemas.openxmlformats.org/officeDocument/2006/relationships/tags" Target="../tags/tag378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8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5.xml"/><Relationship Id="rId1" Type="http://schemas.openxmlformats.org/officeDocument/2006/relationships/themeOverride" Target="../theme/themeOverride11.xml"/><Relationship Id="rId4" Type="http://schemas.openxmlformats.org/officeDocument/2006/relationships/oleObject" Target="../embeddings/oleObject1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4" Type="http://schemas.openxmlformats.org/officeDocument/2006/relationships/oleObject" Target="../embeddings/oleObject1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4" Type="http://schemas.openxmlformats.org/officeDocument/2006/relationships/oleObject" Target="../embeddings/oleObject1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4" Type="http://schemas.openxmlformats.org/officeDocument/2006/relationships/oleObject" Target="../embeddings/oleObject1.bin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4" Type="http://schemas.openxmlformats.org/officeDocument/2006/relationships/oleObject" Target="../embeddings/oleObject1.bin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5.xml"/><Relationship Id="rId4" Type="http://schemas.openxmlformats.org/officeDocument/2006/relationships/image" Target="../media/image1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6.xml"/><Relationship Id="rId4" Type="http://schemas.openxmlformats.org/officeDocument/2006/relationships/image" Target="../media/image2.png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409.xml"/><Relationship Id="rId13" Type="http://schemas.openxmlformats.org/officeDocument/2006/relationships/tags" Target="../tags/tag414.xml"/><Relationship Id="rId3" Type="http://schemas.openxmlformats.org/officeDocument/2006/relationships/tags" Target="../tags/tag404.xml"/><Relationship Id="rId7" Type="http://schemas.openxmlformats.org/officeDocument/2006/relationships/tags" Target="../tags/tag408.xml"/><Relationship Id="rId12" Type="http://schemas.openxmlformats.org/officeDocument/2006/relationships/tags" Target="../tags/tag41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03.xml"/><Relationship Id="rId16" Type="http://schemas.openxmlformats.org/officeDocument/2006/relationships/slideMaster" Target="../slideMasters/slideMaster12.xml"/><Relationship Id="rId1" Type="http://schemas.openxmlformats.org/officeDocument/2006/relationships/tags" Target="../tags/tag402.xml"/><Relationship Id="rId6" Type="http://schemas.openxmlformats.org/officeDocument/2006/relationships/tags" Target="../tags/tag407.xml"/><Relationship Id="rId11" Type="http://schemas.openxmlformats.org/officeDocument/2006/relationships/tags" Target="../tags/tag412.xml"/><Relationship Id="rId5" Type="http://schemas.openxmlformats.org/officeDocument/2006/relationships/tags" Target="../tags/tag406.xml"/><Relationship Id="rId15" Type="http://schemas.openxmlformats.org/officeDocument/2006/relationships/tags" Target="../tags/tag416.xml"/><Relationship Id="rId10" Type="http://schemas.openxmlformats.org/officeDocument/2006/relationships/tags" Target="../tags/tag411.xml"/><Relationship Id="rId4" Type="http://schemas.openxmlformats.org/officeDocument/2006/relationships/tags" Target="../tags/tag405.xml"/><Relationship Id="rId9" Type="http://schemas.openxmlformats.org/officeDocument/2006/relationships/tags" Target="../tags/tag410.xml"/><Relationship Id="rId14" Type="http://schemas.openxmlformats.org/officeDocument/2006/relationships/tags" Target="../tags/tag415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tags" Target="../tags/tag419.xml"/><Relationship Id="rId7" Type="http://schemas.openxmlformats.org/officeDocument/2006/relationships/oleObject" Target="../embeddings/oleObject1.bin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6" Type="http://schemas.openxmlformats.org/officeDocument/2006/relationships/slideMaster" Target="../slideMasters/slideMaster12.xml"/><Relationship Id="rId5" Type="http://schemas.openxmlformats.org/officeDocument/2006/relationships/tags" Target="../tags/tag421.xml"/><Relationship Id="rId4" Type="http://schemas.openxmlformats.org/officeDocument/2006/relationships/tags" Target="../tags/tag420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2.xml"/><Relationship Id="rId1" Type="http://schemas.openxmlformats.org/officeDocument/2006/relationships/themeOverride" Target="../theme/themeOverride12.xml"/><Relationship Id="rId4" Type="http://schemas.openxmlformats.org/officeDocument/2006/relationships/oleObject" Target="../embeddings/oleObject1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4.xml"/><Relationship Id="rId1" Type="http://schemas.openxmlformats.org/officeDocument/2006/relationships/tags" Target="../tags/tag423.xml"/><Relationship Id="rId4" Type="http://schemas.openxmlformats.org/officeDocument/2006/relationships/oleObject" Target="../embeddings/oleObject1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6.xml"/><Relationship Id="rId1" Type="http://schemas.openxmlformats.org/officeDocument/2006/relationships/tags" Target="../tags/tag425.xml"/><Relationship Id="rId4" Type="http://schemas.openxmlformats.org/officeDocument/2006/relationships/oleObject" Target="../embeddings/oleObject1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8.xml"/><Relationship Id="rId1" Type="http://schemas.openxmlformats.org/officeDocument/2006/relationships/tags" Target="../tags/tag427.xml"/><Relationship Id="rId4" Type="http://schemas.openxmlformats.org/officeDocument/2006/relationships/oleObject" Target="../embeddings/oleObject1.bin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4" Type="http://schemas.openxmlformats.org/officeDocument/2006/relationships/oleObject" Target="../embeddings/oleObject1.bin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4" Type="http://schemas.openxmlformats.org/officeDocument/2006/relationships/oleObject" Target="../embeddings/oleObject1.bin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6.xml"/><Relationship Id="rId1" Type="http://schemas.openxmlformats.org/officeDocument/2006/relationships/tags" Target="../tags/tag43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tags" Target="../tags/tag449.xml"/><Relationship Id="rId13" Type="http://schemas.openxmlformats.org/officeDocument/2006/relationships/tags" Target="../tags/tag454.xml"/><Relationship Id="rId3" Type="http://schemas.openxmlformats.org/officeDocument/2006/relationships/tags" Target="../tags/tag444.xml"/><Relationship Id="rId7" Type="http://schemas.openxmlformats.org/officeDocument/2006/relationships/tags" Target="../tags/tag448.xml"/><Relationship Id="rId12" Type="http://schemas.openxmlformats.org/officeDocument/2006/relationships/tags" Target="../tags/tag45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443.xml"/><Relationship Id="rId16" Type="http://schemas.openxmlformats.org/officeDocument/2006/relationships/slideMaster" Target="../slideMasters/slideMaster13.xml"/><Relationship Id="rId1" Type="http://schemas.openxmlformats.org/officeDocument/2006/relationships/tags" Target="../tags/tag442.xml"/><Relationship Id="rId6" Type="http://schemas.openxmlformats.org/officeDocument/2006/relationships/tags" Target="../tags/tag447.xml"/><Relationship Id="rId11" Type="http://schemas.openxmlformats.org/officeDocument/2006/relationships/tags" Target="../tags/tag452.xml"/><Relationship Id="rId5" Type="http://schemas.openxmlformats.org/officeDocument/2006/relationships/tags" Target="../tags/tag446.xml"/><Relationship Id="rId15" Type="http://schemas.openxmlformats.org/officeDocument/2006/relationships/tags" Target="../tags/tag456.xml"/><Relationship Id="rId10" Type="http://schemas.openxmlformats.org/officeDocument/2006/relationships/tags" Target="../tags/tag451.xml"/><Relationship Id="rId4" Type="http://schemas.openxmlformats.org/officeDocument/2006/relationships/tags" Target="../tags/tag445.xml"/><Relationship Id="rId9" Type="http://schemas.openxmlformats.org/officeDocument/2006/relationships/tags" Target="../tags/tag450.xml"/><Relationship Id="rId14" Type="http://schemas.openxmlformats.org/officeDocument/2006/relationships/tags" Target="../tags/tag455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3.xml"/><Relationship Id="rId1" Type="http://schemas.openxmlformats.org/officeDocument/2006/relationships/tags" Target="../tags/tag457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458.xml"/><Relationship Id="rId1" Type="http://schemas.openxmlformats.org/officeDocument/2006/relationships/themeOverride" Target="../theme/themeOverride13.xml"/><Relationship Id="rId4" Type="http://schemas.openxmlformats.org/officeDocument/2006/relationships/oleObject" Target="../embeddings/oleObject31.bin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tags" Target="../tags/tag476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tags" Target="../tags/tag475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65.xml"/><Relationship Id="rId16" Type="http://schemas.openxmlformats.org/officeDocument/2006/relationships/slideMaster" Target="../slideMasters/slideMaster14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5" Type="http://schemas.openxmlformats.org/officeDocument/2006/relationships/tags" Target="../tags/tag478.xml"/><Relationship Id="rId10" Type="http://schemas.openxmlformats.org/officeDocument/2006/relationships/tags" Target="../tags/tag473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4.xml"/><Relationship Id="rId1" Type="http://schemas.openxmlformats.org/officeDocument/2006/relationships/tags" Target="../tags/tag479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0.xml"/><Relationship Id="rId1" Type="http://schemas.openxmlformats.org/officeDocument/2006/relationships/themeOverride" Target="../theme/themeOverride14.xml"/><Relationship Id="rId4" Type="http://schemas.openxmlformats.org/officeDocument/2006/relationships/oleObject" Target="../embeddings/oleObject1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4" Type="http://schemas.openxmlformats.org/officeDocument/2006/relationships/oleObject" Target="../embeddings/oleObject1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4.xml"/><Relationship Id="rId1" Type="http://schemas.openxmlformats.org/officeDocument/2006/relationships/tags" Target="../tags/tag483.xml"/><Relationship Id="rId4" Type="http://schemas.openxmlformats.org/officeDocument/2006/relationships/oleObject" Target="../embeddings/oleObject1.bin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4" Type="http://schemas.openxmlformats.org/officeDocument/2006/relationships/oleObject" Target="../embeddings/oleObject1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4" Type="http://schemas.openxmlformats.org/officeDocument/2006/relationships/oleObject" Target="../embeddings/oleObject1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90.xml"/><Relationship Id="rId1" Type="http://schemas.openxmlformats.org/officeDocument/2006/relationships/tags" Target="../tags/tag4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503.xml"/><Relationship Id="rId13" Type="http://schemas.openxmlformats.org/officeDocument/2006/relationships/tags" Target="../tags/tag508.xml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tags" Target="../tags/tag5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97.xml"/><Relationship Id="rId16" Type="http://schemas.openxmlformats.org/officeDocument/2006/relationships/slideMaster" Target="../slideMasters/slideMaster15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tags" Target="../tags/tag506.xml"/><Relationship Id="rId5" Type="http://schemas.openxmlformats.org/officeDocument/2006/relationships/tags" Target="../tags/tag500.xml"/><Relationship Id="rId15" Type="http://schemas.openxmlformats.org/officeDocument/2006/relationships/tags" Target="../tags/tag510.xml"/><Relationship Id="rId10" Type="http://schemas.openxmlformats.org/officeDocument/2006/relationships/tags" Target="../tags/tag505.xml"/><Relationship Id="rId4" Type="http://schemas.openxmlformats.org/officeDocument/2006/relationships/tags" Target="../tags/tag499.xml"/><Relationship Id="rId9" Type="http://schemas.openxmlformats.org/officeDocument/2006/relationships/tags" Target="../tags/tag504.xml"/><Relationship Id="rId14" Type="http://schemas.openxmlformats.org/officeDocument/2006/relationships/tags" Target="../tags/tag509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tags" Target="../tags/tag5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512.xml"/><Relationship Id="rId1" Type="http://schemas.openxmlformats.org/officeDocument/2006/relationships/tags" Target="../tags/tag511.xml"/><Relationship Id="rId6" Type="http://schemas.openxmlformats.org/officeDocument/2006/relationships/slideMaster" Target="../slideMasters/slideMaster15.xml"/><Relationship Id="rId5" Type="http://schemas.openxmlformats.org/officeDocument/2006/relationships/tags" Target="../tags/tag515.xml"/><Relationship Id="rId4" Type="http://schemas.openxmlformats.org/officeDocument/2006/relationships/tags" Target="../tags/tag51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6.xml"/><Relationship Id="rId1" Type="http://schemas.openxmlformats.org/officeDocument/2006/relationships/themeOverride" Target="../theme/themeOverride15.xml"/><Relationship Id="rId4" Type="http://schemas.openxmlformats.org/officeDocument/2006/relationships/oleObject" Target="../embeddings/oleObject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4" Type="http://schemas.openxmlformats.org/officeDocument/2006/relationships/oleObject" Target="../embeddings/oleObject1.bin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0.xml"/><Relationship Id="rId1" Type="http://schemas.openxmlformats.org/officeDocument/2006/relationships/tags" Target="../tags/tag519.xml"/><Relationship Id="rId4" Type="http://schemas.openxmlformats.org/officeDocument/2006/relationships/oleObject" Target="../embeddings/oleObject1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2.xml"/><Relationship Id="rId1" Type="http://schemas.openxmlformats.org/officeDocument/2006/relationships/tags" Target="../tags/tag521.xml"/><Relationship Id="rId4" Type="http://schemas.openxmlformats.org/officeDocument/2006/relationships/oleObject" Target="../embeddings/oleObject1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4.xml"/><Relationship Id="rId1" Type="http://schemas.openxmlformats.org/officeDocument/2006/relationships/tags" Target="../tags/tag523.xml"/><Relationship Id="rId4" Type="http://schemas.openxmlformats.org/officeDocument/2006/relationships/oleObject" Target="../embeddings/oleObject1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6.xml"/><Relationship Id="rId1" Type="http://schemas.openxmlformats.org/officeDocument/2006/relationships/tags" Target="../tags/tag5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539.xml"/><Relationship Id="rId13" Type="http://schemas.openxmlformats.org/officeDocument/2006/relationships/tags" Target="../tags/tag544.xml"/><Relationship Id="rId3" Type="http://schemas.openxmlformats.org/officeDocument/2006/relationships/tags" Target="../tags/tag534.xml"/><Relationship Id="rId7" Type="http://schemas.openxmlformats.org/officeDocument/2006/relationships/tags" Target="../tags/tag538.xml"/><Relationship Id="rId12" Type="http://schemas.openxmlformats.org/officeDocument/2006/relationships/tags" Target="../tags/tag54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533.xml"/><Relationship Id="rId16" Type="http://schemas.openxmlformats.org/officeDocument/2006/relationships/slideMaster" Target="../slideMasters/slideMaster16.xml"/><Relationship Id="rId1" Type="http://schemas.openxmlformats.org/officeDocument/2006/relationships/tags" Target="../tags/tag532.xml"/><Relationship Id="rId6" Type="http://schemas.openxmlformats.org/officeDocument/2006/relationships/tags" Target="../tags/tag537.xml"/><Relationship Id="rId11" Type="http://schemas.openxmlformats.org/officeDocument/2006/relationships/tags" Target="../tags/tag542.xml"/><Relationship Id="rId5" Type="http://schemas.openxmlformats.org/officeDocument/2006/relationships/tags" Target="../tags/tag536.xml"/><Relationship Id="rId15" Type="http://schemas.openxmlformats.org/officeDocument/2006/relationships/tags" Target="../tags/tag546.xml"/><Relationship Id="rId10" Type="http://schemas.openxmlformats.org/officeDocument/2006/relationships/tags" Target="../tags/tag541.xml"/><Relationship Id="rId4" Type="http://schemas.openxmlformats.org/officeDocument/2006/relationships/tags" Target="../tags/tag535.xml"/><Relationship Id="rId9" Type="http://schemas.openxmlformats.org/officeDocument/2006/relationships/tags" Target="../tags/tag540.xml"/><Relationship Id="rId14" Type="http://schemas.openxmlformats.org/officeDocument/2006/relationships/tags" Target="../tags/tag54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tags" Target="../tags/tag549.xml"/><Relationship Id="rId7" Type="http://schemas.openxmlformats.org/officeDocument/2006/relationships/oleObject" Target="../embeddings/oleObject30.bin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6" Type="http://schemas.openxmlformats.org/officeDocument/2006/relationships/slideMaster" Target="../slideMasters/slideMaster16.xml"/><Relationship Id="rId5" Type="http://schemas.openxmlformats.org/officeDocument/2006/relationships/tags" Target="../tags/tag551.xml"/><Relationship Id="rId4" Type="http://schemas.openxmlformats.org/officeDocument/2006/relationships/tags" Target="../tags/tag55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552.xml"/><Relationship Id="rId1" Type="http://schemas.openxmlformats.org/officeDocument/2006/relationships/themeOverride" Target="../theme/themeOverride16.xml"/><Relationship Id="rId4" Type="http://schemas.openxmlformats.org/officeDocument/2006/relationships/oleObject" Target="../embeddings/oleObject31.bin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7.xml"/></Relationships>
</file>

<file path=ppt/slideLayouts/_rels/slideLayout1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11.pn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7" Type="http://schemas.microsoft.com/office/2007/relationships/hdphoto" Target="../media/hdphoto2.wdp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58.xml"/><Relationship Id="rId1" Type="http://schemas.openxmlformats.org/officeDocument/2006/relationships/tags" Target="../tags/tag557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9.xml"/><Relationship Id="rId4" Type="http://schemas.openxmlformats.org/officeDocument/2006/relationships/oleObject" Target="../embeddings/oleObject34.bin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tags" Target="../tags/tag574.xml"/><Relationship Id="rId13" Type="http://schemas.openxmlformats.org/officeDocument/2006/relationships/tags" Target="../tags/tag579.xml"/><Relationship Id="rId3" Type="http://schemas.openxmlformats.org/officeDocument/2006/relationships/tags" Target="../tags/tag569.xml"/><Relationship Id="rId7" Type="http://schemas.openxmlformats.org/officeDocument/2006/relationships/tags" Target="../tags/tag573.xml"/><Relationship Id="rId12" Type="http://schemas.openxmlformats.org/officeDocument/2006/relationships/tags" Target="../tags/tag578.xml"/><Relationship Id="rId17" Type="http://schemas.openxmlformats.org/officeDocument/2006/relationships/oleObject" Target="../embeddings/oleObject36.bin"/><Relationship Id="rId2" Type="http://schemas.openxmlformats.org/officeDocument/2006/relationships/tags" Target="../tags/tag568.xml"/><Relationship Id="rId16" Type="http://schemas.openxmlformats.org/officeDocument/2006/relationships/slideMaster" Target="../slideMasters/slideMaster18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11" Type="http://schemas.openxmlformats.org/officeDocument/2006/relationships/tags" Target="../tags/tag577.xml"/><Relationship Id="rId5" Type="http://schemas.openxmlformats.org/officeDocument/2006/relationships/tags" Target="../tags/tag571.xml"/><Relationship Id="rId15" Type="http://schemas.openxmlformats.org/officeDocument/2006/relationships/tags" Target="../tags/tag581.xml"/><Relationship Id="rId10" Type="http://schemas.openxmlformats.org/officeDocument/2006/relationships/tags" Target="../tags/tag576.xml"/><Relationship Id="rId4" Type="http://schemas.openxmlformats.org/officeDocument/2006/relationships/tags" Target="../tags/tag570.xml"/><Relationship Id="rId9" Type="http://schemas.openxmlformats.org/officeDocument/2006/relationships/tags" Target="../tags/tag575.xml"/><Relationship Id="rId14" Type="http://schemas.openxmlformats.org/officeDocument/2006/relationships/tags" Target="../tags/tag58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tags" Target="../tags/tag584.xml"/><Relationship Id="rId7" Type="http://schemas.openxmlformats.org/officeDocument/2006/relationships/oleObject" Target="../embeddings/oleObject3.bin"/><Relationship Id="rId2" Type="http://schemas.openxmlformats.org/officeDocument/2006/relationships/tags" Target="../tags/tag583.xml"/><Relationship Id="rId1" Type="http://schemas.openxmlformats.org/officeDocument/2006/relationships/tags" Target="../tags/tag582.xml"/><Relationship Id="rId6" Type="http://schemas.openxmlformats.org/officeDocument/2006/relationships/slideMaster" Target="../slideMasters/slideMaster18.xml"/><Relationship Id="rId5" Type="http://schemas.openxmlformats.org/officeDocument/2006/relationships/tags" Target="../tags/tag586.xml"/><Relationship Id="rId4" Type="http://schemas.openxmlformats.org/officeDocument/2006/relationships/tags" Target="../tags/tag58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7.xml"/><Relationship Id="rId1" Type="http://schemas.openxmlformats.org/officeDocument/2006/relationships/themeOverride" Target="../theme/themeOverride17.xml"/><Relationship Id="rId4" Type="http://schemas.openxmlformats.org/officeDocument/2006/relationships/oleObject" Target="../embeddings/oleObject4.bin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9.xml"/><Relationship Id="rId1" Type="http://schemas.openxmlformats.org/officeDocument/2006/relationships/tags" Target="../tags/tag588.xml"/><Relationship Id="rId4" Type="http://schemas.openxmlformats.org/officeDocument/2006/relationships/oleObject" Target="../embeddings/oleObject5.bin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1.xml"/><Relationship Id="rId1" Type="http://schemas.openxmlformats.org/officeDocument/2006/relationships/tags" Target="../tags/tag590.xml"/><Relationship Id="rId4" Type="http://schemas.openxmlformats.org/officeDocument/2006/relationships/oleObject" Target="../embeddings/oleObject6.bin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4" Type="http://schemas.openxmlformats.org/officeDocument/2006/relationships/oleObject" Target="../embeddings/oleObject7.bin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1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9.xml"/><Relationship Id="rId4" Type="http://schemas.openxmlformats.org/officeDocument/2006/relationships/image" Target="../media/image11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7" Type="http://schemas.microsoft.com/office/2007/relationships/hdphoto" Target="../media/hdphoto2.wdp"/><Relationship Id="rId2" Type="http://schemas.openxmlformats.org/officeDocument/2006/relationships/tags" Target="../tags/tag595.xml"/><Relationship Id="rId1" Type="http://schemas.openxmlformats.org/officeDocument/2006/relationships/tags" Target="../tags/tag594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7.xml"/><Relationship Id="rId1" Type="http://schemas.openxmlformats.org/officeDocument/2006/relationships/tags" Target="../tags/tag596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5" Type="http://schemas.openxmlformats.org/officeDocument/2006/relationships/oleObject" Target="../embeddings/oleObject34.bin"/><Relationship Id="rId4" Type="http://schemas.openxmlformats.org/officeDocument/2006/relationships/image" Target="../media/image16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1.xml"/><Relationship Id="rId1" Type="http://schemas.openxmlformats.org/officeDocument/2006/relationships/tags" Target="../tags/tag60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13" Type="http://schemas.openxmlformats.org/officeDocument/2006/relationships/tags" Target="../tags/tag619.xml"/><Relationship Id="rId3" Type="http://schemas.openxmlformats.org/officeDocument/2006/relationships/tags" Target="../tags/tag609.xml"/><Relationship Id="rId7" Type="http://schemas.openxmlformats.org/officeDocument/2006/relationships/tags" Target="../tags/tag613.xml"/><Relationship Id="rId12" Type="http://schemas.openxmlformats.org/officeDocument/2006/relationships/tags" Target="../tags/tag618.xml"/><Relationship Id="rId17" Type="http://schemas.openxmlformats.org/officeDocument/2006/relationships/oleObject" Target="../embeddings/oleObject1.bin"/><Relationship Id="rId2" Type="http://schemas.openxmlformats.org/officeDocument/2006/relationships/tags" Target="../tags/tag608.xml"/><Relationship Id="rId16" Type="http://schemas.openxmlformats.org/officeDocument/2006/relationships/slideMaster" Target="../slideMasters/slideMaster20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11" Type="http://schemas.openxmlformats.org/officeDocument/2006/relationships/tags" Target="../tags/tag617.xml"/><Relationship Id="rId5" Type="http://schemas.openxmlformats.org/officeDocument/2006/relationships/tags" Target="../tags/tag611.xml"/><Relationship Id="rId15" Type="http://schemas.openxmlformats.org/officeDocument/2006/relationships/tags" Target="../tags/tag621.xml"/><Relationship Id="rId10" Type="http://schemas.openxmlformats.org/officeDocument/2006/relationships/tags" Target="../tags/tag616.xml"/><Relationship Id="rId4" Type="http://schemas.openxmlformats.org/officeDocument/2006/relationships/tags" Target="../tags/tag610.xml"/><Relationship Id="rId9" Type="http://schemas.openxmlformats.org/officeDocument/2006/relationships/tags" Target="../tags/tag615.xml"/><Relationship Id="rId14" Type="http://schemas.openxmlformats.org/officeDocument/2006/relationships/tags" Target="../tags/tag620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22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3.xml"/><Relationship Id="rId1" Type="http://schemas.openxmlformats.org/officeDocument/2006/relationships/themeOverride" Target="../theme/themeOverride18.xml"/><Relationship Id="rId4" Type="http://schemas.openxmlformats.org/officeDocument/2006/relationships/oleObject" Target="../embeddings/oleObject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5.xml"/><Relationship Id="rId1" Type="http://schemas.openxmlformats.org/officeDocument/2006/relationships/tags" Target="../tags/tag624.xml"/><Relationship Id="rId4" Type="http://schemas.openxmlformats.org/officeDocument/2006/relationships/oleObject" Target="../embeddings/oleObject1.bin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4" Type="http://schemas.openxmlformats.org/officeDocument/2006/relationships/oleObject" Target="../embeddings/oleObject1.bin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9.xml"/><Relationship Id="rId1" Type="http://schemas.openxmlformats.org/officeDocument/2006/relationships/tags" Target="../tags/tag628.xml"/><Relationship Id="rId4" Type="http://schemas.openxmlformats.org/officeDocument/2006/relationships/oleObject" Target="../embeddings/oleObject1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1.xml"/><Relationship Id="rId1" Type="http://schemas.openxmlformats.org/officeDocument/2006/relationships/tags" Target="../tags/tag630.xml"/><Relationship Id="rId4" Type="http://schemas.openxmlformats.org/officeDocument/2006/relationships/oleObject" Target="../embeddings/oleObject1.bin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2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3.xml"/><Relationship Id="rId4" Type="http://schemas.openxmlformats.org/officeDocument/2006/relationships/image" Target="../media/image1.png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4.xml"/><Relationship Id="rId4" Type="http://schemas.openxmlformats.org/officeDocument/2006/relationships/image" Target="../media/image2.png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tags" Target="../tags/tag642.xml"/><Relationship Id="rId7" Type="http://schemas.openxmlformats.org/officeDocument/2006/relationships/oleObject" Target="../embeddings/oleObject3.bin"/><Relationship Id="rId2" Type="http://schemas.openxmlformats.org/officeDocument/2006/relationships/tags" Target="../tags/tag641.xml"/><Relationship Id="rId1" Type="http://schemas.openxmlformats.org/officeDocument/2006/relationships/tags" Target="../tags/tag640.xml"/><Relationship Id="rId6" Type="http://schemas.openxmlformats.org/officeDocument/2006/relationships/slideMaster" Target="../slideMasters/slideMaster21.xml"/><Relationship Id="rId5" Type="http://schemas.openxmlformats.org/officeDocument/2006/relationships/tags" Target="../tags/tag644.xml"/><Relationship Id="rId4" Type="http://schemas.openxmlformats.org/officeDocument/2006/relationships/tags" Target="../tags/tag64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45.xml"/><Relationship Id="rId1" Type="http://schemas.openxmlformats.org/officeDocument/2006/relationships/themeOverride" Target="../theme/themeOverride19.xml"/><Relationship Id="rId4" Type="http://schemas.openxmlformats.org/officeDocument/2006/relationships/oleObject" Target="../embeddings/oleObject4.bin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1.xml"/><Relationship Id="rId1" Type="http://schemas.openxmlformats.org/officeDocument/2006/relationships/tags" Target="../tags/tag64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2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2.xml"/><Relationship Id="rId4" Type="http://schemas.openxmlformats.org/officeDocument/2006/relationships/image" Target="../media/image21.png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2.xml"/><Relationship Id="rId1" Type="http://schemas.openxmlformats.org/officeDocument/2006/relationships/tags" Target="../tags/tag647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tags" Target="../tags/tag650.xml"/><Relationship Id="rId7" Type="http://schemas.openxmlformats.org/officeDocument/2006/relationships/oleObject" Target="../embeddings/oleObject1.bin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slideMaster" Target="../slideMasters/slideMaster22.xml"/><Relationship Id="rId5" Type="http://schemas.openxmlformats.org/officeDocument/2006/relationships/tags" Target="../tags/tag652.xml"/><Relationship Id="rId4" Type="http://schemas.openxmlformats.org/officeDocument/2006/relationships/tags" Target="../tags/tag6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1EEC1850-8807-4294-A313-F09B199E5616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557EBD24-BD8D-4E69-9579-1A7326616AE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7B28855-B9C7-439B-B7EC-A322272D417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E666AEF5-8DB7-489E-A828-C60FDF74CCD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07C1F906-A72A-40C9-9F20-6BE89F01FCD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42AF433-818A-4379-B465-4765B807704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3953407D-0460-4C07-BE7A-ED1BBB85BEE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DD2287-1CE0-43E7-858A-960698B655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ED3A05BE-E24F-4D8F-9D68-E6D58AD8653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194080B-8A74-43FF-99EA-3F1C4F1EA41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441C89CD-B404-4A86-8521-57A790159B8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B2FCD6C2-FE61-4C1F-BAC4-5B2A81BFC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FE131E-7698-4B1D-979E-A11319B8FDF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F52C68D8-2C50-4FD2-B70D-1858ADBED3C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31620CFF-A529-4158-A105-AA1BE2F38BC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BD4535AA-0916-489F-AB75-0F0DF5B3EC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4B364576-9F13-43B0-BB94-60012E6C257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04F92F11-7CBC-4C52-BA2B-E8D06D83456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FEEB7C2E-A24E-4630-983C-2B8E4DA7870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B56AA3E-06BB-4C2B-A327-E6A43B30C94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5E3F9FD4-D595-41D5-91D5-99B24648954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5E3F9FD4-D595-41D5-91D5-99B2464895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66054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C553F821-4431-4A73-9478-9271A7B815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C553F821-4431-4A73-9478-9271A7B815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97F665-A374-4230-A3F5-FF72D911DC2A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8F23E2C-D151-4406-8312-0AD4BBAE59E0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5AF764-E898-47C4-BF07-CE2AA40BDC4B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554BEC-A8AD-4553-8835-9ABCCDAAA58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57BBA-85BC-437B-85A6-4419F05879C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61CDC12-A9DA-4681-AECF-0B2A1994134D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427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E1DCE915-01B4-45EB-9C09-C9A63E84309C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E1DCE915-01B4-45EB-9C09-C9A63E843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8658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6BF0DC02-B119-42B0-A79F-22A149983F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6BF0DC02-B119-42B0-A79F-22A149983F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C29F70A6-5E18-4073-9EB6-B65A024B94B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751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E811E2B-E40B-49AB-AE5E-7B992C29A3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E811E2B-E40B-49AB-AE5E-7B992C29A3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81C83FE-82D7-4BBC-933F-2BB5EA17F3E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7A59A96-867F-42E7-B26F-AA7E9E1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8C6A362-AB09-4288-A63A-56691600A0E6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A8FB480-533B-49F9-B5CE-0E23DC64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825" y="7126288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C7E43406-10C0-4680-A712-CC24B149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E3DE307-F538-4F1D-8DD7-9AA13C0AF2D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5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D51906A-5F55-4B9B-A8C7-CB15A7E239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D51906A-5F55-4B9B-A8C7-CB15A7E239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060EE7EC-1A83-4817-9177-73383725EA3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564EB29-4884-4685-AB12-87AF55C7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BC6F8C7-C848-4427-A016-EF31729C65FC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1BCB4BC-0BDD-47DB-88AA-7ECBB983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8"/>
            <a:ext cx="2875319" cy="671512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3578570-34B9-4A35-9223-9F0EDA0D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3833C435-EA01-4E7D-867E-4C8E76C98F5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9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113F1C40-C7D0-4C72-8EE0-F5FA65AA23F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113F1C40-C7D0-4C72-8EE0-F5FA65AA23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DBC7C074-C4A3-4B9C-AE25-A8E2D253073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3304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848508CB-46D9-44FD-A7B2-19A2399B69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848508CB-46D9-44FD-A7B2-19A2399B69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FF7D5DAC-34E7-4B87-8D32-23D97B66ED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9BA6FB69-24A1-456B-A3A4-05329B6D2551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EF5778E-9C1B-40DA-8E7C-04140232C7A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6604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B43747F5-E67E-4079-B1BF-915893E0ED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B43747F5-E67E-4079-B1BF-915893E0ED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9">
            <a:extLst>
              <a:ext uri="{FF2B5EF4-FFF2-40B4-BE49-F238E27FC236}">
                <a16:creationId xmlns:a16="http://schemas.microsoft.com/office/drawing/2014/main" id="{45513D62-B776-447B-8305-953B2C0B1F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DFBD401-50D9-4904-9B85-7B072C891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FD2FFE5-D623-4F12-ACE8-03E8BFFB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4A128F-65E7-4521-BB5B-1A64C70ACA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3CE0D6B-7630-461D-9F5D-C51FE82ED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AC0AA06F-E203-4BD6-9930-72C2BE29D23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0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31D8C38A-646A-41AC-821B-134C6C57E0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31D8C38A-646A-41AC-821B-134C6C57E0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BBA2044E-512C-47B7-B94B-0DFDA92CA10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549202-F53A-4987-BB0D-61809FD39D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0674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>
            <a:extLst>
              <a:ext uri="{FF2B5EF4-FFF2-40B4-BE49-F238E27FC236}">
                <a16:creationId xmlns:a16="http://schemas.microsoft.com/office/drawing/2014/main" id="{0F2E19C5-7CA1-4884-AA99-3AC8B17C3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82">
            <a:extLst>
              <a:ext uri="{FF2B5EF4-FFF2-40B4-BE49-F238E27FC236}">
                <a16:creationId xmlns:a16="http://schemas.microsoft.com/office/drawing/2014/main" id="{2A939FFE-49B2-4DDD-8B79-60216B1F3F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CBD1D6-EBA0-40C0-9B49-E2DC72989F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80963"/>
            <a:ext cx="9207998" cy="393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>
              <a:solidFill>
                <a:srgbClr val="0062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E97DDEA-97E6-4580-B162-5EB2D594A63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fld id="{3F25600E-30EC-4E5B-B8F4-AACA3C02A63D}" type="slidenum">
              <a:rPr kumimoji="0" lang="en-US" altLang="ko-KR" sz="1014" smtClean="0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en-US" altLang="ko-KR" sz="1014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E63D48-923F-490C-A10E-BD3070C4FED3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0B9D415-B567-445E-9126-92E23D3DD3B3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565062" y="118596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43910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5218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730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52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0226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052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352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9204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3838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15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1BA3B6AB-6879-40A9-9E11-3F848916F3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1BA3B6AB-6879-40A9-9E11-3F848916F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3FF4C3C-9386-498F-A2A7-074433F10D1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2ACA124-4743-4A24-9C3A-865AA6DD87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4524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468619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0560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619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822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88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97229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50184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645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01141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6739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845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44826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920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 smtClean="0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087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799556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89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5366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972928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081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0769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34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273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92906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69240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32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4276215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90208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60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4759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2680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38863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562038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825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412583848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8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8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331452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1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3"/>
              </a:lnSpc>
              <a:defRPr/>
            </a:pPr>
            <a:fld id="{C66D12F5-D9AC-4029-BE71-C34368C04B11}" type="slidenum">
              <a:rPr kumimoji="0" lang="en-US" altLang="ko-KR" sz="998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3"/>
                </a:lnSpc>
                <a:defRPr/>
              </a:pPr>
              <a:t>‹#›</a:t>
            </a:fld>
            <a:endParaRPr kumimoji="0" lang="en-US" altLang="ko-KR" sz="998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4659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7890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20278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5676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851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3250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72" tIns="34137" rIns="68272" bIns="34137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8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8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47927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8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3537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4" y="659765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04832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5131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8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3093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6525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479286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501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82099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C077F19B-FD08-4039-9A8F-11C30203805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9E5A8BC-25CB-4A51-B794-D9D0454A688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9ECC9A1-3C15-4DEF-BF08-64111A9481F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15EE46DF-557E-498D-946D-342549033E1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1857714-F0E4-44EC-81A0-DD81919613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818003AD-CA9A-4944-8B97-B7A2D8EC20E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44A64EB4-7429-42FC-8052-BFB560D4B1F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22A428A9-A437-4FE1-A821-56F2CD18286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51BC3A80-9023-4923-BFE4-963FB17557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C944D16-4C42-4236-81D5-9DFE1EEC452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7E94EDC4-7E30-4EEE-A47D-CC92278564F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6D535588-4DCD-462B-BA2A-9EC0705C996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5000EA-57CB-43B3-9714-C1140D810DA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BE6F49F-95A5-4385-8607-92FBDBEA937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954755E5-58CB-4861-86D1-9DAF1B1E87A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6266CA77-8CA1-48FA-901E-5E5705B9780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933A6DF-7E4D-495B-ACAB-02AA42D5367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4C704331-BE9C-41EC-B928-A0ABE056CE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41DEF49-7C63-4CA6-966E-7C6FF0240BC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504F7F19-BE4C-48BD-8DAB-11535BFC98E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043E099A-E7AB-439C-838E-305843A914E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043E099A-E7AB-439C-838E-305843A914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3732244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C96EA23-4DDF-4E76-962F-32D73E13FA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C96EA23-4DDF-4E76-962F-32D73E13FA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35C20FF-A190-420C-B0BE-61F4D1D74CF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74E58B1-A008-4333-9059-C98D6F74A884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A0A5BCB-4C5D-4C34-870E-1BD570021C6B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64958B8-A53E-4381-9FEF-898D09C96B64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D283E-1B06-48A4-91B8-95F3DD52238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75BA3E-09C2-4C17-9A57-4736A700725E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3394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BC54F086-4A42-41E4-BDAC-921FCB626D05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BC54F086-4A42-41E4-BDAC-921FCB626D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5071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B34CBDF-99B4-4872-8CD3-E139B92ED2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B34CBDF-99B4-4872-8CD3-E139B92ED2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E00D4114-9116-4161-9AAA-7BC3B5ED10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D95592DD-0396-4F35-B9BC-8768C3A6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09CB375-EDEA-40C0-A610-62037F6B0306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35D1FFC-29BF-46E5-B2AF-6596A9AA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F251980-9A34-4514-B0B8-072BE6A2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F7437BE-D912-438D-A1C4-00F2E0D128B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364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1E6D157-B469-4E1D-B817-FE7FEA1DA1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1E6D157-B469-4E1D-B817-FE7FEA1DA1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56883D1-0648-4F26-8339-13E953140B0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2ADB20CA-AB57-461C-AEE4-1C69E248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FEB16C5-96D5-45FE-AACC-B7B28B7558F8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B874F34-9E0D-4E62-8A70-9A99BCE4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DEAB9CB-9A9E-42A4-9DD9-A1FE3EBA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/>
            </a:lvl1pPr>
          </a:lstStyle>
          <a:p>
            <a:pPr>
              <a:defRPr/>
            </a:pPr>
            <a:fld id="{6DA228CE-D184-4C81-8343-7038CF3390B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2954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58E696FF-B267-4FDF-839E-1820BD3004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58E696FF-B267-4FDF-839E-1820BD3004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A690864-84E6-4DB9-A666-BD8A9A46909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877082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0005055F-B050-4752-959A-40C385826E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0005055F-B050-4752-959A-40C385826E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F50CAFB-1C1C-41A3-A595-D5D1B39EEFF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134FE92C-5022-448C-834D-EEC54AC51B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5A4CB4E2-4E05-4E24-902D-942FD1030333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32278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5852AD6D-2416-429C-AB75-996C4E6E16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5852AD6D-2416-429C-AB75-996C4E6E1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E63A22BD-C80D-4994-AFE5-E0E7C63225B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856E92B4-C57B-473D-A5B7-517A2BD9B8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EF0F2E1-925D-48FD-88BC-AA5A12E38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FFEFA5B-F28A-4AB0-A103-F33F23C43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7C4F70-29BA-413C-A623-55B4D902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 smtClean="0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D0837FE5-BE47-4B92-B867-8D0BE7001D0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7261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3086755205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77DBD19-A000-41F2-B45B-A413264DA2DD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4A52B004-D41B-40F6-B85D-CDA069DDCCEC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C73FC893-7959-415D-A5ED-C24BBB66E9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5331242D-55A9-4DDF-AC65-004129931B9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A0E27FC9-E27B-40C2-BDF1-A3BE03B3DA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E656F8F-263A-499F-A939-FB268BC16BE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72B878-9102-492D-ACF4-A453BB9D60C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076B2D9-42FC-4B75-B15F-2A8CF515298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159A7E1F-A13B-43C9-841C-E164692B4A5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1E0FAA33-63A6-466C-B004-7CD8A2E2C25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11CA9B8A-75FC-4C79-886B-06C4BCC4EF3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2DCCCE4-AF04-4066-8A1F-663029D6DEE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073D7882-7796-42F2-942D-4FEFB65B985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3240830-FC97-4310-B38B-17A3A26DE0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66FD3118-AD8C-42DF-8DB1-8B81E8E050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8D96EAF5-A631-42D1-9E32-70FF33495CF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0F7BE7A9-1290-4E58-B2AC-36A339AEAB1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84FB941C-8293-4117-B9E6-FFC044A48ED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B4EB2680-F2CF-4DBB-8E49-EA57C03919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42E4882-50DC-4A50-AF8A-2594D22C2B1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296659B5-5AD3-43C9-8F35-84150628916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296659B5-5AD3-43C9-8F35-8415062891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007549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A2FFE4E2-B11F-4822-BD1A-A2DB8FF1212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A2FFE4E2-B11F-4822-BD1A-A2DB8FF121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69599B5-BE66-49B2-9669-1A87E372E34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0B4AA31-2365-4A8A-850D-C2F3371450B1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4D73FBCF-8523-46E1-8DAC-56244B9E4FD7}" type="slidenum">
              <a:rPr kumimoji="0" lang="en-US" altLang="ko-KR" sz="999" b="1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A568837-04E7-455B-94DA-7D652BAAE2B5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93CAF38-440A-4D13-8263-803947260A6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8FF935-CB55-40A9-BAE2-84A81EE827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03993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24DC2F0B-7240-4C27-BF3F-F30402B92B1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24DC2F0B-7240-4C27-BF3F-F30402B92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16760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FCFA50F6-496A-4488-99FD-D132A1ABD7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FCFA50F6-496A-4488-99FD-D132A1ABD7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374F2826-8F6D-479B-BCA4-72F5F8819D1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608627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0179235-45B7-489E-B808-C2F5712103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0179235-45B7-489E-B808-C2F5712103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78DC35B-A4C7-4E3D-8087-EE6FE6C2962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9A8171C2-2D40-4BD1-91CA-4A589D5E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BBABDF2-3989-45AB-A769-955C1941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25AB0386-51D8-4A90-8C50-D767B562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fld id="{7A6DAC87-7BE4-4885-AD24-400AA50FFEA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30435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3C26479E-149E-4BD6-842C-B0F7EDEEEA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3C26479E-149E-4BD6-842C-B0F7EDEEEA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E6F2C81-1A32-4792-993A-FC204935EBE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8985F2-2266-410F-A300-1F00645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4EDC4089-7B88-4EEA-88A1-E5C1875B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64D04AF5-E93D-4CDD-8033-0F59DC6B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fld id="{6FE1B0E8-C4EF-49F8-A2BD-7ABC50A1D8A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7877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87BE0E16-ED13-4F52-B3F1-2F6896FEC02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87BE0E16-ED13-4F52-B3F1-2F6896FEC0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A80AD1A5-9A77-47DF-9D6A-43399179AFE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5823094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CA0AA2A4-716D-47A1-A603-3B61243AB9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CA0AA2A4-716D-47A1-A603-3B61243AB9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9C0E28B-1308-4C64-AD3C-8D80BDAC76A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7233E7FC-A2EB-40EB-899D-C5C2176E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/>
            <a:fld id="{32FB4AD2-95CA-44F8-88FF-150EBB118C07}" type="slidenum">
              <a:rPr lang="en-US" altLang="en-US" sz="1399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/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2185103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A15C1BC3-29A6-4F90-9908-1C8DE955FC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A15C1BC3-29A6-4F90-9908-1C8DE955FC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C1A82290-F7EA-41CE-8C70-9FEAD914E72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AA636420-38A8-44B7-8B4B-2948E110A8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72A546C-BE98-4F7A-9095-AB0CEA945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7F06E0B-821B-4731-B598-F0C0A7131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D4254D2-E81A-4546-9610-C668C836C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fld id="{45F37FCA-7082-494B-8E10-3A2DA6681B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41020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A1175071-BF10-489C-BD14-617632F989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A1175071-BF10-489C-BD14-617632F989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01117F7-3CCD-46F7-B3A6-175542D2A38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7273043-B161-4587-8F22-7058021235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07119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471518-C8F4-4150-87D8-AF214F395C1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471518-C8F4-4150-87D8-AF214F395C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AB7C777-70CC-4F93-846A-66C8E1FDE91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6" name="그림 7">
            <a:extLst>
              <a:ext uri="{FF2B5EF4-FFF2-40B4-BE49-F238E27FC236}">
                <a16:creationId xmlns:a16="http://schemas.microsoft.com/office/drawing/2014/main" id="{AB393E81-FC61-470F-A190-9FF32BE9AD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82">
            <a:extLst>
              <a:ext uri="{FF2B5EF4-FFF2-40B4-BE49-F238E27FC236}">
                <a16:creationId xmlns:a16="http://schemas.microsoft.com/office/drawing/2014/main" id="{2ED309D8-83EF-4372-B40D-102C3BFD7B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418A5-993B-45E8-B0F2-0D890E41B0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860314" y="965200"/>
            <a:ext cx="9207999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D0233B2-46F5-45B2-A359-AA8DD2BF100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08BB98B3-6FBC-4F0D-9C7A-B707FE869253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1E623A-6E37-49F5-A908-1C23C56E753E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A45A48-C306-4D9B-843C-69C8B2FEE800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494227" y="68805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1998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3535949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Rectangle 1" hidden="1">
            <a:extLst>
              <a:ext uri="{FF2B5EF4-FFF2-40B4-BE49-F238E27FC236}">
                <a16:creationId xmlns:a16="http://schemas.microsoft.com/office/drawing/2014/main" id="{BE58B298-1424-43A3-B1D4-5A895C3DBE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5" name="Rectangle 1" hidden="1">
                        <a:extLst>
                          <a:ext uri="{FF2B5EF4-FFF2-40B4-BE49-F238E27FC236}">
                            <a16:creationId xmlns:a16="http://schemas.microsoft.com/office/drawing/2014/main" id="{BE58B298-1424-43A3-B1D4-5A895C3DBE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C03C5F8-092E-4C0F-B727-424DDD943F9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8" name="그림 10">
            <a:extLst>
              <a:ext uri="{FF2B5EF4-FFF2-40B4-BE49-F238E27FC236}">
                <a16:creationId xmlns:a16="http://schemas.microsoft.com/office/drawing/2014/main" id="{684046C8-EF47-4F48-A2BC-17CC6A210EA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82">
            <a:extLst>
              <a:ext uri="{FF2B5EF4-FFF2-40B4-BE49-F238E27FC236}">
                <a16:creationId xmlns:a16="http://schemas.microsoft.com/office/drawing/2014/main" id="{96AF9D29-7A6C-437C-B16B-30996E41F6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9BA5B60-28CA-4A01-816E-D2705A286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204788"/>
            <a:ext cx="920799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슬라이드 번호 개체 틀 2">
            <a:extLst>
              <a:ext uri="{FF2B5EF4-FFF2-40B4-BE49-F238E27FC236}">
                <a16:creationId xmlns:a16="http://schemas.microsoft.com/office/drawing/2014/main" id="{A186406B-C963-42C2-B22F-35726DEC7A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DFB61B06-5484-4E67-AEAB-6D7925481E4E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4A5F92-AE13-41D3-BD1D-7EACD67196EA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ACA145-2AB2-4C9F-AD04-C10013174C15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5963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Georgia" pitchFamily="18" charset="0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644543" y="109540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Georgia" pitchFamily="18" charset="0"/>
                <a:ea typeface="HY견고딕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703638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3057580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1967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7928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423660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9553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735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6755885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67259950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91042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9254863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753319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6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7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7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7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2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5127" rtl="0" eaLnBrk="0" fontAlgn="base" latinLnBrk="0" hangingPunct="0">
              <a:lnSpc>
                <a:spcPts val="2791"/>
              </a:lnSpc>
              <a:spcBef>
                <a:spcPct val="0"/>
              </a:spcBef>
              <a:spcAft>
                <a:spcPct val="0"/>
              </a:spcAft>
              <a:tabLst/>
              <a:defRPr sz="2791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5598795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2"/>
              </a:lnSpc>
              <a:defRPr/>
            </a:pPr>
            <a:fld id="{C66D12F5-D9AC-4029-BE71-C34368C04B11}" type="slidenum">
              <a:rPr kumimoji="0" lang="en-US" altLang="ko-KR" sz="997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2"/>
                </a:lnSpc>
                <a:defRPr/>
              </a:pPr>
              <a:t>‹#›</a:t>
            </a:fld>
            <a:endParaRPr kumimoji="0" lang="en-US" altLang="ko-KR" sz="997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1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531746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8" y="2618107"/>
            <a:ext cx="6595477" cy="1278000"/>
          </a:xfrm>
        </p:spPr>
        <p:txBody>
          <a:bodyPr/>
          <a:lstStyle>
            <a:lvl1pPr>
              <a:lnSpc>
                <a:spcPts val="4873"/>
              </a:lnSpc>
              <a:defRPr sz="518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9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3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4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3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04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88"/>
            </a:lvl2pPr>
            <a:lvl3pPr>
              <a:buNone/>
              <a:defRPr sz="4388"/>
            </a:lvl3pPr>
            <a:lvl4pPr>
              <a:buNone/>
              <a:defRPr sz="4388"/>
            </a:lvl4pPr>
            <a:lvl5pPr>
              <a:buNone/>
              <a:defRPr sz="4388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584622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17844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82706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4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7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9386340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05" tIns="34104" rIns="68205" bIns="34104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7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7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7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6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1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927956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7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80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8681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5" y="6597655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6" y="2618916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1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5813870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2040436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F2C9229-A62B-4C92-8F2C-8E4FD540AF13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93C9ED72-ECBA-4418-9E9C-C89B155D86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27122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46421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</p:spTree>
    <p:extLst>
      <p:ext uri="{BB962C8B-B14F-4D97-AF65-F5344CB8AC3E}">
        <p14:creationId xmlns:p14="http://schemas.microsoft.com/office/powerpoint/2010/main" val="1075334323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3588790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247CDCF-6929-4DBA-A797-0EDF23D53ACC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EDED2785-C93E-49C4-9E83-3AA393D0309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963019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890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2088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81765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1742095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4345381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87119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7010759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53214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499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8386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2026-09-16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52036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4822333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519803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60250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979466"/>
      </p:ext>
    </p:extLst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8C20B609-F8D6-49A7-AA15-B49F0566DFB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B81116-1E5E-4D70-92B1-6C2EE88DEA1E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FB5524DD-FFC3-4C85-8117-A24A55070EB1}" type="slidenum">
              <a:rPr kumimoji="0" lang="en-US" altLang="ko-KR" sz="999" b="1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rgbClr val="002776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480991F-06FA-402E-A9DE-533C22860911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444F892-D7E7-4795-B542-7E0BE3C80135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2865979-CBE5-44C5-9547-C0CBED582E8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61639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90468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1319464961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/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12717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260925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39521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35">
            <a:extLst>
              <a:ext uri="{FF2B5EF4-FFF2-40B4-BE49-F238E27FC236}">
                <a16:creationId xmlns:a16="http://schemas.microsoft.com/office/drawing/2014/main" id="{81B889B5-3A91-4BBE-A06B-6A23A7A7A8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040" y="-25098"/>
            <a:ext cx="9937104" cy="71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">
            <a:extLst>
              <a:ext uri="{FF2B5EF4-FFF2-40B4-BE49-F238E27FC236}">
                <a16:creationId xmlns:a16="http://schemas.microsoft.com/office/drawing/2014/main" id="{DAC28C56-E283-4D78-8B7D-A463C165667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74EE7-83E3-489E-9570-3B103585C45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16136791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">
            <a:extLst>
              <a:ext uri="{FF2B5EF4-FFF2-40B4-BE49-F238E27FC236}">
                <a16:creationId xmlns:a16="http://schemas.microsoft.com/office/drawing/2014/main" id="{C8EE73C3-D4BF-4B0F-AB23-786C5FE61F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E4A8018-D10D-4517-8686-0C641C724CEF}"/>
              </a:ext>
            </a:extLst>
          </p:cNvPr>
          <p:cNvCxnSpPr>
            <a:cxnSpLocks/>
          </p:cNvCxnSpPr>
          <p:nvPr userDrawn="1"/>
        </p:nvCxnSpPr>
        <p:spPr>
          <a:xfrm>
            <a:off x="287337" y="620687"/>
            <a:ext cx="915035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4EEC76-327C-42B5-9B1B-62396E5721F2}"/>
              </a:ext>
            </a:extLst>
          </p:cNvPr>
          <p:cNvCxnSpPr>
            <a:cxnSpLocks/>
          </p:cNvCxnSpPr>
          <p:nvPr userDrawn="1"/>
        </p:nvCxnSpPr>
        <p:spPr>
          <a:xfrm>
            <a:off x="292100" y="620687"/>
            <a:ext cx="3216275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617B94D-0B55-4BD8-B7AE-FBCC96B776C9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28801022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97739827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12244318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176786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69076" y="2353453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339019" y="3510523"/>
            <a:ext cx="6675051" cy="10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en-US" altLang="ko-KR" sz="1569" b="1" err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Simluation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Based Learning #1. </a:t>
            </a: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18291" y="5099039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93780359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75999556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>
              <a:solidFill>
                <a:schemeClr val="bg2">
                  <a:lumMod val="50000"/>
                </a:schemeClr>
              </a:solidFill>
              <a:latin typeface="+mn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999091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DEC9D4BC-9E1B-456C-A179-79FAA7EBBBE7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D3AB7D39-FA6B-4946-854D-1A3CF8791085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D380BFD3-72F6-4FE3-9AAD-0688D20EC3D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6B1B746-EF6D-42A6-ADDC-C24E389C41B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25BFF23C-7808-44F2-8CD2-D7721E4BD79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81CB3C4-F6D1-4216-BCDB-0F1F64B1FAB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6A37BA-A87F-4F50-A48A-9E2A34BA80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62DAB4D-0F9E-4774-A78E-7000651102C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DE109F82-6CFB-4D4E-B2BE-BBECAE01536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A7E71D08-50F5-4F45-AFD7-FF82F8D309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E460C979-F583-4148-805E-2A203FE680A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93939D3-0FA1-43D0-B491-A4685CF0680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AE03805A-4629-4741-BAEE-93F7A8EAD5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ACD31526-0925-4000-8D3A-47F6315F442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A84AE32F-BE95-4143-B26D-C7C82669928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0A9D868-4F8D-4D97-A9E1-4A8BBFDF956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F560B75F-6865-41E5-BB5C-9182E7985E5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9A4ADCCA-D02D-476C-B642-15F0D7D074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8AB0401F-9685-4EF8-B6FE-82042A77AA4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63B3180F-FF64-4272-8A73-54F15DB733D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BAC47ABC-1C7B-48A0-890A-CAA4F5E6B32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BAC47ABC-1C7B-48A0-890A-CAA4F5E6B3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69" y="2886327"/>
            <a:ext cx="4246793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2500106"/>
      </p:ext>
    </p:extLst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97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241348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11296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36302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3890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593182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9" y="7828"/>
            <a:ext cx="9725026" cy="675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36" name="제목 텍스트"/>
          <p:cNvSpPr txBox="1">
            <a:spLocks noGrp="1"/>
          </p:cNvSpPr>
          <p:nvPr>
            <p:ph type="title"/>
          </p:nvPr>
        </p:nvSpPr>
        <p:spPr>
          <a:xfrm>
            <a:off x="186345" y="162587"/>
            <a:ext cx="8131369" cy="37914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913486">
              <a:lnSpc>
                <a:spcPct val="100000"/>
              </a:lnSpc>
              <a:defRPr sz="1998">
                <a:ln w="9525" cap="flat">
                  <a:solidFill>
                    <a:srgbClr val="284D76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33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9334326" y="6557447"/>
            <a:ext cx="231277" cy="23114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896950">
              <a:lnSpc>
                <a:spcPct val="100000"/>
              </a:lnSpc>
              <a:defRPr sz="899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33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240825" y="852319"/>
            <a:ext cx="9296590" cy="305982"/>
          </a:xfrm>
          <a:prstGeom prst="rect">
            <a:avLst/>
          </a:prstGeom>
        </p:spPr>
        <p:txBody>
          <a:bodyPr lIns="45719" tIns="45719" rIns="45719" bIns="45719"/>
          <a:lstStyle>
            <a:lvl1pPr marL="177521" indent="-177521" defTabSz="913486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defRPr sz="1199">
                <a:solidFill>
                  <a:srgbClr val="000000"/>
                </a:solidFill>
              </a:defRPr>
            </a:lvl1pPr>
            <a:lvl2pPr marL="569938" indent="-121462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2pPr>
            <a:lvl3pPr marL="1045405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3pPr>
            <a:lvl4pPr marL="1493881" indent="-148453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4pPr>
            <a:lvl5pPr marL="1942357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pic>
        <p:nvPicPr>
          <p:cNvPr id="133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432" y="495052"/>
            <a:ext cx="996905" cy="3172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68494441"/>
      </p:ext>
    </p:extLst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4874BC4C-FBFE-414E-B869-5C7C780E915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3E8075FE-7D3C-4E40-BB4E-EB211F239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F0B49DC5-16CF-467A-92D3-C2FF2FB05D80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CDCC419D-B5EE-43CC-B131-97FC7371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4372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 dirty="0">
              <a:latin typeface="맑은 고딕" panose="020B0503020000020004" pitchFamily="50" charset="-127"/>
            </a:endParaRPr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 dirty="0">
              <a:latin typeface="맑은 고딕" panose="020B0503020000020004" pitchFamily="50" charset="-127"/>
            </a:endParaRPr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62508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3281580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97424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34285313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56340046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117744846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23905269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 dirty="0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73091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6502181"/>
      </p:ext>
    </p:extLst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938118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1953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69197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63062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29767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1170433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86739877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3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0304154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69143075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121245"/>
      </p:ext>
    </p:extLst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8325049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298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1484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776852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303266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959" y="1046163"/>
            <a:ext cx="8563157" cy="2387600"/>
          </a:xfrm>
        </p:spPr>
        <p:txBody>
          <a:bodyPr vert="horz" lIns="90000" tIns="45720" rIns="91440" bIns="45720" rtlCol="0" anchor="b">
            <a:noAutofit/>
          </a:bodyPr>
          <a:lstStyle>
            <a:lvl1pPr>
              <a:defRPr lang="en-US" sz="490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957" y="3434039"/>
            <a:ext cx="8563157" cy="1045339"/>
          </a:xfrm>
        </p:spPr>
        <p:txBody>
          <a:bodyPr vert="horz" lIns="91440" tIns="72000" rIns="91440" bIns="45720" rtlCol="0" anchor="t">
            <a:noAutofit/>
          </a:bodyPr>
          <a:lstStyle>
            <a:lvl1pPr marL="224234" indent="-224234">
              <a:buFont typeface="Arial" panose="020B0604020202020204" pitchFamily="34" charset="0"/>
              <a:buChar char="•"/>
              <a:defRPr lang="en-US" sz="1766" b="1" spc="137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7341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76" y="981075"/>
            <a:ext cx="8971148" cy="1332000"/>
          </a:xfrm>
        </p:spPr>
        <p:txBody>
          <a:bodyPr/>
          <a:lstStyle>
            <a:lvl1pPr marL="177518" indent="-177518" fontAlgn="ctr" latinLnBrk="0">
              <a:lnSpc>
                <a:spcPct val="110000"/>
              </a:lnSpc>
              <a:defRPr sz="1373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355037" indent="-177518" fontAlgn="ctr" latinLnBrk="0">
              <a:lnSpc>
                <a:spcPct val="110000"/>
              </a:lnSpc>
              <a:defRPr sz="1177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532555" indent="-177518" fontAlgn="ctr" latinLnBrk="0">
              <a:lnSpc>
                <a:spcPct val="110000"/>
              </a:lnSpc>
              <a:defRPr sz="98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93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07258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86766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08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144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45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21E9BF4-0AB8-448D-9D88-0B532191B680}"/>
              </a:ext>
            </a:extLst>
          </p:cNvPr>
          <p:cNvCxnSpPr>
            <a:cxnSpLocks/>
          </p:cNvCxnSpPr>
          <p:nvPr userDrawn="1"/>
        </p:nvCxnSpPr>
        <p:spPr>
          <a:xfrm>
            <a:off x="281856" y="620687"/>
            <a:ext cx="897582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774440-5FC4-480A-A79A-463E7ABABBF6}"/>
              </a:ext>
            </a:extLst>
          </p:cNvPr>
          <p:cNvCxnSpPr>
            <a:cxnSpLocks/>
          </p:cNvCxnSpPr>
          <p:nvPr userDrawn="1"/>
        </p:nvCxnSpPr>
        <p:spPr>
          <a:xfrm>
            <a:off x="286529" y="620687"/>
            <a:ext cx="3154929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15">
            <a:extLst>
              <a:ext uri="{FF2B5EF4-FFF2-40B4-BE49-F238E27FC236}">
                <a16:creationId xmlns:a16="http://schemas.microsoft.com/office/drawing/2014/main" id="{85C1E307-783B-418D-A359-10F5EDBA0EFD}"/>
              </a:ext>
            </a:extLst>
          </p:cNvPr>
          <p:cNvSpPr txBox="1">
            <a:spLocks/>
          </p:cNvSpPr>
          <p:nvPr userDrawn="1"/>
        </p:nvSpPr>
        <p:spPr>
          <a:xfrm>
            <a:off x="8962666" y="6467719"/>
            <a:ext cx="345060" cy="1985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eaLnBrk="1" fontAlgn="base" hangingPunct="1">
              <a:lnSpc>
                <a:spcPts val="1124"/>
              </a:lnSpc>
              <a:spcBef>
                <a:spcPct val="0"/>
              </a:spcBef>
              <a:spcAft>
                <a:spcPct val="0"/>
              </a:spcAft>
              <a:defRPr kumimoji="0" sz="999" b="1" kern="1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28625" indent="2857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2pPr>
            <a:lvl3pPr marL="858838" indent="5556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3pPr>
            <a:lvl4pPr marL="1289050" indent="825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4pPr>
            <a:lvl5pPr marL="1717675" indent="11112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9pPr>
          </a:lstStyle>
          <a:p>
            <a:fld id="{86CB4B4D-7CA3-9044-876B-883B54F8677D}" type="slidenum">
              <a:rPr lang="en-US" altLang="ko-KR" sz="1079" smtClean="0">
                <a:solidFill>
                  <a:srgbClr val="10319C"/>
                </a:solidFill>
              </a:rPr>
              <a:pPr/>
              <a:t>‹#›</a:t>
            </a:fld>
            <a:endParaRPr lang="ko-KR" altLang="en-US" sz="1079" dirty="0">
              <a:solidFill>
                <a:srgbClr val="1031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01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933B6319-5525-4D8A-887E-E4F818165A28}"/>
              </a:ext>
            </a:extLst>
          </p:cNvPr>
          <p:cNvGrpSpPr/>
          <p:nvPr userDrawn="1"/>
        </p:nvGrpSpPr>
        <p:grpSpPr>
          <a:xfrm>
            <a:off x="-11" y="-7249"/>
            <a:ext cx="9715502" cy="6565770"/>
            <a:chOff x="-3" y="-14498"/>
            <a:chExt cx="9904415" cy="656577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D8260C7-B4EB-4DBE-BAF4-AF33D44C5A96}"/>
                </a:ext>
              </a:extLst>
            </p:cNvPr>
            <p:cNvGrpSpPr/>
            <p:nvPr/>
          </p:nvGrpSpPr>
          <p:grpSpPr>
            <a:xfrm>
              <a:off x="-3" y="1395291"/>
              <a:ext cx="9904406" cy="4479898"/>
              <a:chOff x="0" y="2014836"/>
              <a:chExt cx="18285714" cy="8270878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B091B7F7-4C4F-4BEC-A1AE-1C4EB0DF8DA0}"/>
                  </a:ext>
                </a:extLst>
              </p:cNvPr>
              <p:cNvGrpSpPr/>
              <p:nvPr/>
            </p:nvGrpSpPr>
            <p:grpSpPr>
              <a:xfrm>
                <a:off x="0" y="2014836"/>
                <a:ext cx="18285714" cy="8270878"/>
                <a:chOff x="0" y="2014836"/>
                <a:chExt cx="18285714" cy="8270878"/>
              </a:xfrm>
            </p:grpSpPr>
            <p:pic>
              <p:nvPicPr>
                <p:cNvPr id="30" name="Object 3">
                  <a:extLst>
                    <a:ext uri="{FF2B5EF4-FFF2-40B4-BE49-F238E27FC236}">
                      <a16:creationId xmlns:a16="http://schemas.microsoft.com/office/drawing/2014/main" id="{875F3B52-0EB5-4A53-8991-6E6B13AA94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2014836"/>
                  <a:ext cx="18285714" cy="8270878"/>
                </a:xfrm>
                <a:prstGeom prst="rect">
                  <a:avLst/>
                </a:prstGeom>
                <a:effectLst>
                  <a:outerShdw blurRad="38100" dist="50800" algn="l" rotWithShape="0">
                    <a:prstClr val="black"/>
                  </a:outerShdw>
                </a:effectLst>
              </p:spPr>
            </p:pic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BC86A6FE-B3A1-4643-8945-2E506DE1505C}"/>
                  </a:ext>
                </a:extLst>
              </p:cNvPr>
              <p:cNvGrpSpPr/>
              <p:nvPr/>
            </p:nvGrpSpPr>
            <p:grpSpPr>
              <a:xfrm>
                <a:off x="7116475" y="4580586"/>
                <a:ext cx="856609" cy="433793"/>
                <a:chOff x="7116475" y="4580586"/>
                <a:chExt cx="856609" cy="433793"/>
              </a:xfrm>
            </p:grpSpPr>
            <p:pic>
              <p:nvPicPr>
                <p:cNvPr id="29" name="Object 6">
                  <a:extLst>
                    <a:ext uri="{FF2B5EF4-FFF2-40B4-BE49-F238E27FC236}">
                      <a16:creationId xmlns:a16="http://schemas.microsoft.com/office/drawing/2014/main" id="{4C136111-81A1-4F11-A10D-A82FB171FB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7116475" y="4580586"/>
                  <a:ext cx="856609" cy="433793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96F4E6C-D611-40DD-B23A-2739BD8B87CC}"/>
                </a:ext>
              </a:extLst>
            </p:cNvPr>
            <p:cNvSpPr/>
            <p:nvPr/>
          </p:nvSpPr>
          <p:spPr>
            <a:xfrm flipV="1">
              <a:off x="-1" y="-14498"/>
              <a:ext cx="9904413" cy="3530764"/>
            </a:xfrm>
            <a:prstGeom prst="rect">
              <a:avLst/>
            </a:prstGeom>
            <a:gradFill flip="none" rotWithShape="1">
              <a:gsLst>
                <a:gs pos="13000">
                  <a:srgbClr val="10319C"/>
                </a:gs>
                <a:gs pos="100000">
                  <a:schemeClr val="accent1">
                    <a:lumMod val="40000"/>
                    <a:lumOff val="60000"/>
                    <a:alpha val="84000"/>
                  </a:schemeClr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FF55B4F-C98A-4887-BDA9-77980A532BF5}"/>
                </a:ext>
              </a:extLst>
            </p:cNvPr>
            <p:cNvSpPr/>
            <p:nvPr/>
          </p:nvSpPr>
          <p:spPr>
            <a:xfrm>
              <a:off x="0" y="3501026"/>
              <a:ext cx="9904403" cy="3050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5FCE60-B50C-4BBD-B77A-4D91FACF0520}"/>
              </a:ext>
            </a:extLst>
          </p:cNvPr>
          <p:cNvSpPr/>
          <p:nvPr userDrawn="1"/>
        </p:nvSpPr>
        <p:spPr>
          <a:xfrm>
            <a:off x="10" y="3501025"/>
            <a:ext cx="9715490" cy="333582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E7E222-F04C-4F9E-9535-2F1B96197073}"/>
              </a:ext>
            </a:extLst>
          </p:cNvPr>
          <p:cNvSpPr/>
          <p:nvPr userDrawn="1"/>
        </p:nvSpPr>
        <p:spPr>
          <a:xfrm>
            <a:off x="9715493" y="2343150"/>
            <a:ext cx="235147" cy="37014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</p:spTree>
    <p:extLst>
      <p:ext uri="{BB962C8B-B14F-4D97-AF65-F5344CB8AC3E}">
        <p14:creationId xmlns:p14="http://schemas.microsoft.com/office/powerpoint/2010/main" val="329965778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3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95025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0" marR="0" lvl="0" indent="0" algn="r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3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A41ED5-5C57-4D60-B8DA-E35A2DA45BB9}" type="slidenum">
              <a:rPr kumimoji="0" lang="en-US" altLang="ko-KR" sz="979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pPr marL="0" marR="0" lvl="0" indent="0" algn="l" defTabSz="938979" rtl="0" eaLnBrk="1" fontAlgn="base" latinLnBrk="0" hangingPunct="1">
                <a:lnSpc>
                  <a:spcPts val="1102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979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16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fld id="{2DA935F4-8729-4E4F-AE90-80627BA6F75C}" type="slidenum">
              <a:rPr kumimoji="1" lang="en-US" altLang="ko-KR" kern="1200" smtClean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pPr defTabSz="896935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kern="120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kern="120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83136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1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4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ags" Target="../tags/tag8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ags" Target="../tags/tag8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ags" Target="../tags/tag82.xml"/><Relationship Id="rId5" Type="http://schemas.openxmlformats.org/officeDocument/2006/relationships/slideLayout" Target="../slideLayouts/slideLayout26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81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Relationship Id="rId14" Type="http://schemas.openxmlformats.org/officeDocument/2006/relationships/tags" Target="../tags/tag8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ags" Target="../tags/tag119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118.xml"/><Relationship Id="rId2" Type="http://schemas.openxmlformats.org/officeDocument/2006/relationships/slideLayout" Target="../slideLayouts/slideLayout31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ags" Target="../tags/tag117.xml"/><Relationship Id="rId5" Type="http://schemas.openxmlformats.org/officeDocument/2006/relationships/slideLayout" Target="../slideLayouts/slideLayout34.xml"/><Relationship Id="rId15" Type="http://schemas.openxmlformats.org/officeDocument/2006/relationships/tags" Target="../tags/tag121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ags" Target="../tags/tag12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ags" Target="../tags/tag158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ags" Target="../tags/tag157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ags" Target="../tags/tag156.xml"/><Relationship Id="rId5" Type="http://schemas.openxmlformats.org/officeDocument/2006/relationships/slideLayout" Target="../slideLayouts/slideLayout4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155.xml"/><Relationship Id="rId4" Type="http://schemas.openxmlformats.org/officeDocument/2006/relationships/slideLayout" Target="../slideLayouts/slideLayout42.xml"/><Relationship Id="rId9" Type="http://schemas.openxmlformats.org/officeDocument/2006/relationships/theme" Target="../theme/theme5.xml"/><Relationship Id="rId14" Type="http://schemas.openxmlformats.org/officeDocument/2006/relationships/tags" Target="../tags/tag1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ags" Target="../tags/tag193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ags" Target="../tags/tag192.xml"/><Relationship Id="rId2" Type="http://schemas.openxmlformats.org/officeDocument/2006/relationships/slideLayout" Target="../slideLayouts/slideLayout48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ags" Target="../tags/tag191.xml"/><Relationship Id="rId5" Type="http://schemas.openxmlformats.org/officeDocument/2006/relationships/slideLayout" Target="../slideLayouts/slideLayout51.xml"/><Relationship Id="rId15" Type="http://schemas.openxmlformats.org/officeDocument/2006/relationships/tags" Target="../tags/tag195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tags" Target="../tags/tag1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ags" Target="../tags/tag22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ags" Target="../tags/tag22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57.xml"/><Relationship Id="rId16" Type="http://schemas.openxmlformats.org/officeDocument/2006/relationships/tags" Target="../tags/tag23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0.xml"/><Relationship Id="rId15" Type="http://schemas.openxmlformats.org/officeDocument/2006/relationships/tags" Target="../tags/tag23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ags" Target="../tags/tag2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tags" Target="../tags/tag271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ags" Target="../tags/tag270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tags" Target="../tags/tag269.xml"/><Relationship Id="rId5" Type="http://schemas.openxmlformats.org/officeDocument/2006/relationships/slideLayout" Target="../slideLayouts/slideLayout70.xml"/><Relationship Id="rId10" Type="http://schemas.openxmlformats.org/officeDocument/2006/relationships/tags" Target="../tags/tag268.xml"/><Relationship Id="rId4" Type="http://schemas.openxmlformats.org/officeDocument/2006/relationships/slideLayout" Target="../slideLayouts/slideLayout69.xml"/><Relationship Id="rId9" Type="http://schemas.openxmlformats.org/officeDocument/2006/relationships/tags" Target="../tags/tag267.xml"/><Relationship Id="rId14" Type="http://schemas.openxmlformats.org/officeDocument/2006/relationships/oleObject" Target="../embeddings/oleObject2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ags" Target="../tags/tag28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ags" Target="../tags/tag285.xml"/><Relationship Id="rId2" Type="http://schemas.openxmlformats.org/officeDocument/2006/relationships/slideLayout" Target="../slideLayouts/slideLayout74.xml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tags" Target="../tags/tag284.xml"/><Relationship Id="rId5" Type="http://schemas.openxmlformats.org/officeDocument/2006/relationships/slideLayout" Target="../slideLayouts/slideLayout77.xml"/><Relationship Id="rId15" Type="http://schemas.openxmlformats.org/officeDocument/2006/relationships/tags" Target="../tags/tag28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ags" Target="../tags/tag28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10.xml"/><Relationship Id="rId18" Type="http://schemas.openxmlformats.org/officeDocument/2006/relationships/tags" Target="../tags/tag32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ags" Target="../tags/tag323.xml"/><Relationship Id="rId2" Type="http://schemas.openxmlformats.org/officeDocument/2006/relationships/slideLayout" Target="../slideLayouts/slideLayout83.xml"/><Relationship Id="rId16" Type="http://schemas.openxmlformats.org/officeDocument/2006/relationships/tags" Target="../tags/tag322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tags" Target="../tags/tag321.xml"/><Relationship Id="rId10" Type="http://schemas.openxmlformats.org/officeDocument/2006/relationships/slideLayout" Target="../slideLayouts/slideLayout91.xml"/><Relationship Id="rId19" Type="http://schemas.openxmlformats.org/officeDocument/2006/relationships/oleObject" Target="../embeddings/oleObject17.bin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tags" Target="../tags/tag32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tags" Target="../tags/tag364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theme" Target="../theme/theme11.xml"/><Relationship Id="rId17" Type="http://schemas.openxmlformats.org/officeDocument/2006/relationships/tags" Target="../tags/tag368.xml"/><Relationship Id="rId2" Type="http://schemas.openxmlformats.org/officeDocument/2006/relationships/slideLayout" Target="../slideLayouts/slideLayout95.xml"/><Relationship Id="rId16" Type="http://schemas.openxmlformats.org/officeDocument/2006/relationships/tags" Target="../tags/tag36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tags" Target="../tags/tag366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tags" Target="../tags/tag36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tags" Target="../tags/tag398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ags" Target="../tags/tag39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06.xml"/><Relationship Id="rId16" Type="http://schemas.openxmlformats.org/officeDocument/2006/relationships/tags" Target="../tags/tag401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09.xml"/><Relationship Id="rId15" Type="http://schemas.openxmlformats.org/officeDocument/2006/relationships/tags" Target="../tags/tag400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ags" Target="../tags/tag39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ags" Target="../tags/tag439.xml"/><Relationship Id="rId3" Type="http://schemas.openxmlformats.org/officeDocument/2006/relationships/slideLayout" Target="../slideLayouts/slideLayout117.xml"/><Relationship Id="rId7" Type="http://schemas.openxmlformats.org/officeDocument/2006/relationships/tags" Target="../tags/tag438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tags" Target="../tags/tag43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3.xml"/><Relationship Id="rId10" Type="http://schemas.openxmlformats.org/officeDocument/2006/relationships/tags" Target="../tags/tag441.xml"/><Relationship Id="rId4" Type="http://schemas.openxmlformats.org/officeDocument/2006/relationships/slideLayout" Target="../slideLayouts/slideLayout118.xml"/><Relationship Id="rId9" Type="http://schemas.openxmlformats.org/officeDocument/2006/relationships/tags" Target="../tags/tag44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tags" Target="../tags/tag462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tags" Target="../tags/tag461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tags" Target="../tags/tag460.xml"/><Relationship Id="rId5" Type="http://schemas.openxmlformats.org/officeDocument/2006/relationships/slideLayout" Target="../slideLayouts/slideLayout12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59.xml"/><Relationship Id="rId4" Type="http://schemas.openxmlformats.org/officeDocument/2006/relationships/slideLayout" Target="../slideLayouts/slideLayout122.xml"/><Relationship Id="rId9" Type="http://schemas.openxmlformats.org/officeDocument/2006/relationships/theme" Target="../theme/theme14.xml"/><Relationship Id="rId14" Type="http://schemas.openxmlformats.org/officeDocument/2006/relationships/tags" Target="../tags/tag4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tags" Target="../tags/tag49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tags" Target="../tags/tag493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tags" Target="../tags/tag492.xml"/><Relationship Id="rId5" Type="http://schemas.openxmlformats.org/officeDocument/2006/relationships/slideLayout" Target="../slideLayouts/slideLayout131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91.xml"/><Relationship Id="rId4" Type="http://schemas.openxmlformats.org/officeDocument/2006/relationships/slideLayout" Target="../slideLayouts/slideLayout130.xml"/><Relationship Id="rId9" Type="http://schemas.openxmlformats.org/officeDocument/2006/relationships/theme" Target="../theme/theme15.xml"/><Relationship Id="rId14" Type="http://schemas.openxmlformats.org/officeDocument/2006/relationships/tags" Target="../tags/tag49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ags" Target="../tags/tag529.xml"/><Relationship Id="rId3" Type="http://schemas.openxmlformats.org/officeDocument/2006/relationships/slideLayout" Target="../slideLayouts/slideLayout137.xml"/><Relationship Id="rId7" Type="http://schemas.openxmlformats.org/officeDocument/2006/relationships/tags" Target="../tags/tag528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tags" Target="../tags/tag52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6.xml"/><Relationship Id="rId10" Type="http://schemas.openxmlformats.org/officeDocument/2006/relationships/tags" Target="../tags/tag531.xml"/><Relationship Id="rId4" Type="http://schemas.openxmlformats.org/officeDocument/2006/relationships/slideLayout" Target="../slideLayouts/slideLayout138.xml"/><Relationship Id="rId9" Type="http://schemas.openxmlformats.org/officeDocument/2006/relationships/tags" Target="../tags/tag53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13" Type="http://schemas.openxmlformats.org/officeDocument/2006/relationships/tags" Target="../tags/tag565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12" Type="http://schemas.openxmlformats.org/officeDocument/2006/relationships/tags" Target="../tags/tag564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ags" Target="../tags/tag563.xml"/><Relationship Id="rId5" Type="http://schemas.openxmlformats.org/officeDocument/2006/relationships/slideLayout" Target="../slideLayouts/slideLayout153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562.xml"/><Relationship Id="rId4" Type="http://schemas.openxmlformats.org/officeDocument/2006/relationships/slideLayout" Target="../slideLayouts/slideLayout152.xml"/><Relationship Id="rId9" Type="http://schemas.openxmlformats.org/officeDocument/2006/relationships/theme" Target="../theme/theme18.xml"/><Relationship Id="rId14" Type="http://schemas.openxmlformats.org/officeDocument/2006/relationships/tags" Target="../tags/tag56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0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tags" Target="../tags/tag60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20.xml"/><Relationship Id="rId17" Type="http://schemas.openxmlformats.org/officeDocument/2006/relationships/tags" Target="../tags/tag606.xml"/><Relationship Id="rId2" Type="http://schemas.openxmlformats.org/officeDocument/2006/relationships/slideLayout" Target="../slideLayouts/slideLayout166.xml"/><Relationship Id="rId16" Type="http://schemas.openxmlformats.org/officeDocument/2006/relationships/tags" Target="../tags/tag605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5" Type="http://schemas.openxmlformats.org/officeDocument/2006/relationships/tags" Target="../tags/tag604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ags" Target="../tags/tag60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tags" Target="../tags/tag636.xml"/><Relationship Id="rId3" Type="http://schemas.openxmlformats.org/officeDocument/2006/relationships/slideLayout" Target="../slideLayouts/slideLayout178.xml"/><Relationship Id="rId7" Type="http://schemas.openxmlformats.org/officeDocument/2006/relationships/tags" Target="../tags/tag635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theme" Target="../theme/theme21.xml"/><Relationship Id="rId11" Type="http://schemas.openxmlformats.org/officeDocument/2006/relationships/tags" Target="../tags/tag639.xml"/><Relationship Id="rId5" Type="http://schemas.openxmlformats.org/officeDocument/2006/relationships/slideLayout" Target="../slideLayouts/slideLayout180.xml"/><Relationship Id="rId10" Type="http://schemas.openxmlformats.org/officeDocument/2006/relationships/tags" Target="../tags/tag638.xml"/><Relationship Id="rId4" Type="http://schemas.openxmlformats.org/officeDocument/2006/relationships/slideLayout" Target="../slideLayouts/slideLayout179.xml"/><Relationship Id="rId9" Type="http://schemas.openxmlformats.org/officeDocument/2006/relationships/tags" Target="../tags/tag637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theme" Target="../theme/theme22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Rectangle 1" hidden="1">
            <a:extLst>
              <a:ext uri="{FF2B5EF4-FFF2-40B4-BE49-F238E27FC236}">
                <a16:creationId xmlns:a16="http://schemas.microsoft.com/office/drawing/2014/main" id="{A089FFCC-9A43-4568-B164-A854D6A067AB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33794" name="Rectangle 1" hidden="1">
                        <a:extLst>
                          <a:ext uri="{FF2B5EF4-FFF2-40B4-BE49-F238E27FC236}">
                            <a16:creationId xmlns:a16="http://schemas.microsoft.com/office/drawing/2014/main" id="{A089FFCC-9A43-4568-B164-A854D6A067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238F886B-A7C4-4814-B3CF-EBB47C49DC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6FAB489-03FE-4879-A227-1547A663098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58B93A0-4216-4A1F-84AD-74263283A29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7" name="Title Placeholder 1">
            <a:extLst>
              <a:ext uri="{FF2B5EF4-FFF2-40B4-BE49-F238E27FC236}">
                <a16:creationId xmlns:a16="http://schemas.microsoft.com/office/drawing/2014/main" id="{B0ADF980-547D-46B7-975D-22F5874A5913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A3D2B1-2841-4382-9533-A8D84D9983C6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25458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776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7331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50" r:id="rId4"/>
    <p:sldLayoutId id="2147483951" r:id="rId5"/>
    <p:sldLayoutId id="2147483952" r:id="rId6"/>
    <p:sldLayoutId id="2147483953" r:id="rId7"/>
    <p:sldLayoutId id="2147483954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26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4651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8" r:id="rId4"/>
    <p:sldLayoutId id="2147484109" r:id="rId5"/>
    <p:sldLayoutId id="2147484110" r:id="rId6"/>
    <p:sldLayoutId id="2147484111" r:id="rId7"/>
    <p:sldLayoutId id="2147484112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4896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16" r:id="rId2"/>
    <p:sldLayoutId id="2147484117" r:id="rId3"/>
    <p:sldLayoutId id="2147484118" r:id="rId4"/>
    <p:sldLayoutId id="2147484119" r:id="rId5"/>
    <p:sldLayoutId id="2147484120" r:id="rId6"/>
    <p:sldLayoutId id="2147484121" r:id="rId7"/>
    <p:sldLayoutId id="2147484122" r:id="rId8"/>
    <p:sldLayoutId id="2147485084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480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9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0" imgH="0" progId="">
                  <p:embed/>
                </p:oleObj>
              </mc:Choice>
              <mc:Fallback>
                <p:oleObj name="think-cell Slide" r:id="rId14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7853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E38C0ED-FDF5-4D0A-B0A3-D60EFE894FE9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E38C0ED-FDF5-4D0A-B0A3-D60EFE894F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1CBB77C-6D49-479E-A2BB-F3FBFB0E49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DC3C8D2-EA8A-4204-A68E-0B71583ABA3D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DE45B389-1971-492E-8AEB-934EB546A26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5EE4B6-6BAA-4038-B454-22253A6D09C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9E71A416-37F4-42A1-AF88-AB6B8DD17A5C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632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6" r:id="rId1"/>
    <p:sldLayoutId id="2147484727" r:id="rId2"/>
    <p:sldLayoutId id="2147484728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Rectangle 1" hidden="1">
            <a:extLst>
              <a:ext uri="{FF2B5EF4-FFF2-40B4-BE49-F238E27FC236}">
                <a16:creationId xmlns:a16="http://schemas.microsoft.com/office/drawing/2014/main" id="{ACD931DF-CAFD-4F02-B58A-7D3E552AAEF9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0" imgH="0" progId="">
                  <p:embed/>
                </p:oleObj>
              </mc:Choice>
              <mc:Fallback>
                <p:oleObj name="think-cell Slide" r:id="rId19" imgW="0" imgH="0" progId="">
                  <p:embed/>
                  <p:pic>
                    <p:nvPicPr>
                      <p:cNvPr id="34818" name="Rectangle 1" hidden="1">
                        <a:extLst>
                          <a:ext uri="{FF2B5EF4-FFF2-40B4-BE49-F238E27FC236}">
                            <a16:creationId xmlns:a16="http://schemas.microsoft.com/office/drawing/2014/main" id="{ACD931DF-CAFD-4F02-B58A-7D3E552AAE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C6BD1F-CC4C-4A42-8BDB-10051E6C6B8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D5514C8A-C250-49B1-83CE-C5C46084EC66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EDAC9B9D-02BF-442C-8011-9EFD6BA53E8E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AD2F32-253C-433B-A277-18140FF7CBBA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4822" name="Title Placeholder 1">
            <a:extLst>
              <a:ext uri="{FF2B5EF4-FFF2-40B4-BE49-F238E27FC236}">
                <a16:creationId xmlns:a16="http://schemas.microsoft.com/office/drawing/2014/main" id="{0291B92C-8838-405C-8655-DF9D181E70DE}"/>
              </a:ext>
            </a:extLst>
          </p:cNvPr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4800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7" r:id="rId1"/>
    <p:sldLayoutId id="2147484738" r:id="rId2"/>
    <p:sldLayoutId id="2147484739" r:id="rId3"/>
    <p:sldLayoutId id="2147484740" r:id="rId4"/>
    <p:sldLayoutId id="2147484741" r:id="rId5"/>
    <p:sldLayoutId id="2147484742" r:id="rId6"/>
    <p:sldLayoutId id="2147484743" r:id="rId7"/>
    <p:sldLayoutId id="2147484744" r:id="rId8"/>
    <p:sldLayoutId id="2147484745" r:id="rId9"/>
    <p:sldLayoutId id="2147484746" r:id="rId10"/>
    <p:sldLayoutId id="2147484747" r:id="rId11"/>
    <p:sldLayoutId id="2147484748" r:id="rId12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1890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3" r:id="rId1"/>
    <p:sldLayoutId id="2147484884" r:id="rId2"/>
    <p:sldLayoutId id="2147484885" r:id="rId3"/>
    <p:sldLayoutId id="2147484886" r:id="rId4"/>
    <p:sldLayoutId id="2147484887" r:id="rId5"/>
    <p:sldLayoutId id="2147484888" r:id="rId6"/>
    <p:sldLayoutId id="2147484889" r:id="rId7"/>
    <p:sldLayoutId id="2147484890" r:id="rId8"/>
    <p:sldLayoutId id="2147484891" r:id="rId9"/>
    <p:sldLayoutId id="2147484892" r:id="rId10"/>
    <p:sldLayoutId id="2147484893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2" y="6554793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2"/>
              </a:lnSpc>
              <a:defRPr kumimoji="0" sz="997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7" y="6554793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2"/>
              </a:lnSpc>
              <a:defRPr kumimoji="0" sz="997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4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6965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5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</p:sldLayoutIdLst>
  <p:hf hdr="0" ftr="0" dt="0"/>
  <p:txStyles>
    <p:titleStyle>
      <a:lvl1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468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6pPr>
      <a:lvl7pPr marL="856935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7pPr>
      <a:lvl8pPr marL="1285404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8pPr>
      <a:lvl9pPr marL="1713872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9pPr>
    </p:titleStyle>
    <p:bodyStyle>
      <a:lvl1pPr marL="357700" indent="-35770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defRPr lang="en-US" sz="1397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89930" indent="-18993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buChar char="•"/>
        <a:defRPr lang="en-US" sz="1397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1945" indent="-182016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3456" indent="-189930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•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2306" indent="-178851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GB" sz="1197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08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7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1660" indent="-172577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3825" indent="-162164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7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491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1pPr>
      <a:lvl2pPr marL="42846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2pPr>
      <a:lvl3pPr marL="856935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3pPr>
      <a:lvl4pPr marL="128540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4pPr>
      <a:lvl5pPr marL="1713872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5pPr>
      <a:lvl6pPr marL="214234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6pPr>
      <a:lvl7pPr marL="257080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7pPr>
      <a:lvl8pPr marL="2999276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8pPr>
      <a:lvl9pPr marL="342774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2634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0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4124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2" r:id="rId1"/>
    <p:sldLayoutId id="2147485043" r:id="rId2"/>
    <p:sldLayoutId id="2147485044" r:id="rId3"/>
    <p:sldLayoutId id="2147485045" r:id="rId4"/>
    <p:sldLayoutId id="2147485046" r:id="rId5"/>
    <p:sldLayoutId id="2147485047" r:id="rId6"/>
    <p:sldLayoutId id="2147485048" r:id="rId7"/>
    <p:sldLayoutId id="2147485049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3577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0" r:id="rId1"/>
    <p:sldLayoutId id="2147485071" r:id="rId2"/>
    <p:sldLayoutId id="2147485072" r:id="rId3"/>
    <p:sldLayoutId id="2147485073" r:id="rId4"/>
    <p:sldLayoutId id="2147485074" r:id="rId5"/>
    <p:sldLayoutId id="2147485075" r:id="rId6"/>
    <p:sldLayoutId id="2147485076" r:id="rId7"/>
    <p:sldLayoutId id="2147485077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50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0" r:id="rId1"/>
    <p:sldLayoutId id="2147485081" r:id="rId2"/>
    <p:sldLayoutId id="2147485082" r:id="rId3"/>
    <p:sldLayoutId id="2147485083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64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95" r:id="rId4"/>
    <p:sldLayoutId id="2147485094" r:id="rId5"/>
    <p:sldLayoutId id="2147485089" r:id="rId6"/>
    <p:sldLayoutId id="2147485090" r:id="rId7"/>
    <p:sldLayoutId id="2147485091" r:id="rId8"/>
    <p:sldLayoutId id="2147485092" r:id="rId9"/>
    <p:sldLayoutId id="2147485093" r:id="rId10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28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4" r:id="rId1"/>
    <p:sldLayoutId id="2147485105" r:id="rId2"/>
    <p:sldLayoutId id="2147485106" r:id="rId3"/>
    <p:sldLayoutId id="2147485107" r:id="rId4"/>
    <p:sldLayoutId id="2147485108" r:id="rId5"/>
    <p:sldLayoutId id="2147485109" r:id="rId6"/>
    <p:sldLayoutId id="2147485110" r:id="rId7"/>
    <p:sldLayoutId id="2147485111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4" r:id="rId1"/>
    <p:sldLayoutId id="2147485115" r:id="rId2"/>
    <p:sldLayoutId id="2147485116" r:id="rId3"/>
    <p:sldLayoutId id="2147485117" r:id="rId4"/>
    <p:sldLayoutId id="2147485118" r:id="rId5"/>
    <p:sldLayoutId id="2147485119" r:id="rId6"/>
    <p:sldLayoutId id="2147485120" r:id="rId7"/>
    <p:sldLayoutId id="2147485121" r:id="rId8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952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4" r:id="rId1"/>
    <p:sldLayoutId id="2147485125" r:id="rId2"/>
    <p:sldLayoutId id="2147485126" r:id="rId3"/>
    <p:sldLayoutId id="2147485127" r:id="rId4"/>
    <p:sldLayoutId id="2147485128" r:id="rId5"/>
    <p:sldLayoutId id="2147485129" r:id="rId6"/>
    <p:sldLayoutId id="2147485130" r:id="rId7"/>
    <p:sldLayoutId id="2147485131" r:id="rId8"/>
    <p:sldLayoutId id="2147485132" r:id="rId9"/>
    <p:sldLayoutId id="2147485133" r:id="rId10"/>
    <p:sldLayoutId id="2147485134" r:id="rId11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0" imgH="0" progId="">
                  <p:embed/>
                </p:oleObj>
              </mc:Choice>
              <mc:Fallback>
                <p:oleObj name="think-cell Slide" r:id="rId12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989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18" r:id="rId1"/>
    <p:sldLayoutId id="2147485419" r:id="rId2"/>
    <p:sldLayoutId id="2147485421" r:id="rId3"/>
    <p:sldLayoutId id="2147485422" r:id="rId4"/>
    <p:sldLayoutId id="2147485423" r:id="rId5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  <a:prstGeom prst="rect">
            <a:avLst/>
          </a:prstGeom>
        </p:spPr>
        <p:txBody>
          <a:bodyPr vert="horz" lIns="342000" tIns="108000" rIns="9144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76" y="981075"/>
            <a:ext cx="8971148" cy="1332000"/>
          </a:xfrm>
          <a:prstGeom prst="rect">
            <a:avLst/>
          </a:prstGeom>
        </p:spPr>
        <p:txBody>
          <a:bodyPr/>
          <a:lstStyle/>
          <a:p>
            <a:pPr marL="177518" lvl="0" indent="-177518">
              <a:lnSpc>
                <a:spcPct val="110000"/>
              </a:lnSpc>
            </a:pPr>
            <a:r>
              <a:rPr lang="ko-KR" altLang="en-US" dirty="0"/>
              <a:t>마스터 텍스트 스타일을 편집합니다</a:t>
            </a:r>
          </a:p>
          <a:p>
            <a:pPr marL="355037" lvl="1" indent="-177518">
              <a:lnSpc>
                <a:spcPct val="110000"/>
              </a:lnSpc>
            </a:pPr>
            <a:r>
              <a:rPr lang="ko-KR" altLang="en-US" dirty="0"/>
              <a:t>둘째 수준</a:t>
            </a:r>
          </a:p>
          <a:p>
            <a:pPr marL="532555" lvl="2" indent="-177518">
              <a:lnSpc>
                <a:spcPct val="110000"/>
              </a:lnSpc>
            </a:pPr>
            <a:r>
              <a:rPr lang="ko-KR" altLang="en-US" dirty="0"/>
              <a:t>셋째 수준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77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25" r:id="rId1"/>
    <p:sldLayoutId id="2147485426" r:id="rId2"/>
    <p:sldLayoutId id="2147485427" r:id="rId3"/>
    <p:sldLayoutId id="2147485428" r:id="rId4"/>
    <p:sldLayoutId id="2147485429" r:id="rId5"/>
    <p:sldLayoutId id="2147485430" r:id="rId6"/>
    <p:sldLayoutId id="2147485431" r:id="rId7"/>
    <p:sldLayoutId id="2147485432" r:id="rId8"/>
    <p:sldLayoutId id="2147485433" r:id="rId9"/>
    <p:sldLayoutId id="2147485434" r:id="rId10"/>
  </p:sldLayoutIdLst>
  <p:hf hdr="0" ftr="0" dt="0"/>
  <p:txStyles>
    <p:titleStyle>
      <a:lvl1pPr marL="0" indent="0" algn="l" defTabSz="896935" rtl="0" eaLnBrk="1" fontAlgn="ctr" latinLnBrk="0" hangingPunct="1">
        <a:lnSpc>
          <a:spcPct val="90000"/>
        </a:lnSpc>
        <a:spcBef>
          <a:spcPct val="0"/>
        </a:spcBef>
        <a:buNone/>
        <a:defRPr sz="2256" b="1" kern="1200">
          <a:ln>
            <a:solidFill>
              <a:schemeClr val="bg1">
                <a:lumMod val="50000"/>
                <a:alpha val="0"/>
              </a:schemeClr>
            </a:solidFill>
          </a:ln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4234" indent="-224234" algn="l" defTabSz="896935" rtl="0" eaLnBrk="1" fontAlgn="ctr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lang="ko-KR" altLang="en-US" sz="1373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72701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21169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981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569636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18104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en-US" altLang="en-US" sz="1177" kern="1200" dirty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466571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915039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363506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811974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1pPr>
      <a:lvl2pPr marL="44846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2pPr>
      <a:lvl3pPr marL="89693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3pPr>
      <a:lvl4pPr marL="134540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4pPr>
      <a:lvl5pPr marL="179387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5pPr>
      <a:lvl6pPr marL="224233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69080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13927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58774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EC4C2E-5B09-8E9F-52DF-9F574F984768}"/>
              </a:ext>
            </a:extLst>
          </p:cNvPr>
          <p:cNvSpPr txBox="1"/>
          <p:nvPr/>
        </p:nvSpPr>
        <p:spPr>
          <a:xfrm>
            <a:off x="214491" y="231145"/>
            <a:ext cx="4112536" cy="394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962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  <a:sym typeface="Arial"/>
              </a:rPr>
              <a:t>After Action Review – CHO </a:t>
            </a:r>
            <a:r>
              <a:rPr kumimoji="1" lang="ko-KR" altLang="en-US" sz="1962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  <a:sym typeface="Arial"/>
              </a:rPr>
              <a:t>작성 </a:t>
            </a:r>
          </a:p>
        </p:txBody>
      </p: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EBE66766-EEE1-CECA-699C-258FD9B602FB}"/>
              </a:ext>
            </a:extLst>
          </p:cNvPr>
          <p:cNvCxnSpPr>
            <a:cxnSpLocks/>
          </p:cNvCxnSpPr>
          <p:nvPr/>
        </p:nvCxnSpPr>
        <p:spPr>
          <a:xfrm>
            <a:off x="2546962" y="622491"/>
            <a:ext cx="67963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B6BF4C-9E55-A3B8-ED0D-B2BEBC1F4CC5}"/>
              </a:ext>
            </a:extLst>
          </p:cNvPr>
          <p:cNvSpPr/>
          <p:nvPr/>
        </p:nvSpPr>
        <p:spPr>
          <a:xfrm>
            <a:off x="302530" y="600068"/>
            <a:ext cx="4646574" cy="4484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6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나눔고딕"/>
              <a:cs typeface="+mn-cs"/>
              <a:sym typeface="Arial"/>
            </a:endParaRPr>
          </a:p>
        </p:txBody>
      </p:sp>
      <p:sp>
        <p:nvSpPr>
          <p:cNvPr id="67" name="TextBox 81">
            <a:extLst>
              <a:ext uri="{FF2B5EF4-FFF2-40B4-BE49-F238E27FC236}">
                <a16:creationId xmlns:a16="http://schemas.microsoft.com/office/drawing/2014/main" id="{9C470005-719A-9744-1C11-C66C06AE12B9}"/>
              </a:ext>
            </a:extLst>
          </p:cNvPr>
          <p:cNvSpPr txBox="1"/>
          <p:nvPr/>
        </p:nvSpPr>
        <p:spPr>
          <a:xfrm>
            <a:off x="214491" y="693887"/>
            <a:ext cx="9138935" cy="317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313" tIns="35313" rIns="35313" bIns="35313">
            <a:spAutoFit/>
          </a:bodyPr>
          <a:lstStyle/>
          <a:p>
            <a:pPr marL="280292" marR="0" lvl="0" indent="-199319" algn="l" defTabSz="896935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➢"/>
              <a:tabLst/>
              <a:defRPr sz="1400">
                <a:latin typeface="+mn-lt"/>
                <a:ea typeface="+mn-ea"/>
                <a:cs typeface="+mn-cs"/>
                <a:sym typeface="맑은 고딕"/>
              </a:defRPr>
            </a:pP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lang="ko-KR" altLang="en-US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각 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Round 의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경영목표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,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경영전략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,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경영성과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를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분석하여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성공과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실패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요인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을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찾아내고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다음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단계의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경영에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반영</a:t>
            </a:r>
            <a:endParaRPr kumimoji="0" sz="1373" b="1" i="0" u="none" strike="noStrike" kern="0" cap="none" spc="0" normalizeH="0" baseline="0" noProof="0" dirty="0">
              <a:ln>
                <a:noFill/>
              </a:ln>
              <a:solidFill>
                <a:srgbClr val="15369F"/>
              </a:solidFill>
              <a:effectLst/>
              <a:uLnTx/>
              <a:uFillTx/>
              <a:latin typeface="NanumSquare Neo Bold" pitchFamily="2" charset="-127"/>
              <a:ea typeface="NanumSquare Neo Bold" pitchFamily="2" charset="-127"/>
              <a:cs typeface="Helvetica"/>
              <a:sym typeface="맑은 고딕"/>
            </a:endParaRPr>
          </a:p>
        </p:txBody>
      </p:sp>
      <p:sp>
        <p:nvSpPr>
          <p:cNvPr id="68" name="직사각형 8">
            <a:extLst>
              <a:ext uri="{FF2B5EF4-FFF2-40B4-BE49-F238E27FC236}">
                <a16:creationId xmlns:a16="http://schemas.microsoft.com/office/drawing/2014/main" id="{759C2957-AA4E-8F68-AA6A-21D9AAF74423}"/>
              </a:ext>
            </a:extLst>
          </p:cNvPr>
          <p:cNvSpPr/>
          <p:nvPr/>
        </p:nvSpPr>
        <p:spPr>
          <a:xfrm>
            <a:off x="360260" y="5173285"/>
            <a:ext cx="8953625" cy="1261353"/>
          </a:xfrm>
          <a:prstGeom prst="rect">
            <a:avLst/>
          </a:prstGeom>
          <a:solidFill>
            <a:srgbClr val="FFFFFF"/>
          </a:solidFill>
          <a:ln w="3175">
            <a:solidFill>
              <a:srgbClr val="001C56"/>
            </a:solidFill>
          </a:ln>
        </p:spPr>
        <p:txBody>
          <a:bodyPr lIns="44847" rIns="44847" anchor="t"/>
          <a:lstStyle/>
          <a:p>
            <a:pPr marL="0" marR="0" lvl="0" indent="0" algn="l" defTabSz="8969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맑은 고딕"/>
              </a:defRPr>
            </a:pPr>
            <a:r>
              <a:rPr lang="ko-KR" altLang="en-US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생산 설비는 미리 </a:t>
            </a:r>
            <a:r>
              <a:rPr lang="ko-KR" altLang="en-US" sz="1177" b="1" dirty="0" err="1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늘려놔야</a:t>
            </a:r>
            <a:r>
              <a:rPr lang="ko-KR" altLang="en-US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 한다</a:t>
            </a:r>
            <a:r>
              <a:rPr lang="en-US" altLang="ko-KR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.</a:t>
            </a:r>
          </a:p>
          <a:p>
            <a:pPr marL="0" marR="0" lvl="0" indent="0" algn="l" defTabSz="8969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맑은 고딕"/>
              </a:defRPr>
            </a:pPr>
            <a:r>
              <a:rPr kumimoji="0" lang="ko-KR" altLang="en-US" sz="1177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Helvetica"/>
                <a:sym typeface="맑은 고딕"/>
              </a:rPr>
              <a:t>전략적인 투자가 필요했다</a:t>
            </a:r>
            <a:r>
              <a:rPr kumimoji="0" lang="en-US" altLang="ko-KR" sz="1177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Helvetica"/>
                <a:sym typeface="맑은 고딕"/>
              </a:rPr>
              <a:t>.</a:t>
            </a:r>
          </a:p>
          <a:p>
            <a:pPr marL="0" marR="0" lvl="0" indent="0" algn="l" defTabSz="8969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맑은 고딕"/>
              </a:defRPr>
            </a:pPr>
            <a:r>
              <a:rPr lang="ko-KR" altLang="en-US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인적 자원 투자는 어느 </a:t>
            </a:r>
            <a:r>
              <a:rPr lang="ko-KR" altLang="en-US" sz="1177" b="1" dirty="0" err="1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정도까지만</a:t>
            </a:r>
            <a:r>
              <a:rPr lang="ko-KR" altLang="en-US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 필요하다</a:t>
            </a:r>
            <a:r>
              <a:rPr lang="en-US" altLang="ko-KR" sz="1177" b="1" dirty="0">
                <a:solidFill>
                  <a:schemeClr val="tx1"/>
                </a:solidFill>
                <a:latin typeface="맑은 고딕"/>
                <a:ea typeface="맑은 고딕"/>
                <a:cs typeface="Helvetica"/>
                <a:sym typeface="맑은 고딕"/>
              </a:rPr>
              <a:t>.</a:t>
            </a:r>
          </a:p>
          <a:p>
            <a:pPr marL="0" marR="0" lvl="0" indent="0" algn="l" defTabSz="8969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맑은 고딕"/>
              </a:defRPr>
            </a:pPr>
            <a:r>
              <a:rPr kumimoji="0" lang="ko-KR" altLang="en-US" sz="1177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Helvetica"/>
                <a:sym typeface="맑은 고딕"/>
              </a:rPr>
              <a:t>생산 단가를 줄이는 것이 중요하다</a:t>
            </a:r>
            <a:r>
              <a:rPr kumimoji="0" lang="en-US" altLang="ko-KR" sz="1177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Helvetica"/>
                <a:sym typeface="맑은 고딕"/>
              </a:rPr>
              <a:t>.</a:t>
            </a:r>
            <a:endParaRPr kumimoji="0" sz="1177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/>
              <a:cs typeface="Helvetica"/>
              <a:sym typeface="맑은 고딕"/>
            </a:endParaRPr>
          </a:p>
        </p:txBody>
      </p:sp>
      <p:graphicFrame>
        <p:nvGraphicFramePr>
          <p:cNvPr id="69" name="Group 65">
            <a:extLst>
              <a:ext uri="{FF2B5EF4-FFF2-40B4-BE49-F238E27FC236}">
                <a16:creationId xmlns:a16="http://schemas.microsoft.com/office/drawing/2014/main" id="{E4151B4E-E142-5C5C-401B-E3A3710C0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350230"/>
              </p:ext>
            </p:extLst>
          </p:nvPr>
        </p:nvGraphicFramePr>
        <p:xfrm>
          <a:off x="362075" y="1079347"/>
          <a:ext cx="8953625" cy="3616490"/>
        </p:xfrm>
        <a:graphic>
          <a:graphicData uri="http://schemas.openxmlformats.org/drawingml/2006/table">
            <a:tbl>
              <a:tblPr/>
              <a:tblGrid>
                <a:gridCol w="89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35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Round</a:t>
                      </a: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경영 목표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전략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성과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성공과 실패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1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FontTx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절감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Tx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마케팅 비용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30%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</a:t>
                      </a: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Tx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중국 시장 진출</a:t>
                      </a: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순이익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-120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엄청난 실패를 맛봄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2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원상 회복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마케팅 비용 원복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생산량 증대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 발행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흑자 달성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1R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적자를 많이 메꿈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3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지속적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R&amp;D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통한 성장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공격적인 투자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인적 자원 개발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확실한 보상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순이익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-100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과도한 성과로 인한 실패를 맛봄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  <a:cs typeface="+mn-cs"/>
                        </a:rPr>
                        <a:t>4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  <a:cs typeface="+mn-cs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 탕감을 위한 긴축재정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인건비 절감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축소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단가 상승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순이익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170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None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절감을 통한 성공 경험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D03E0419-B862-E6AB-65B8-CD059E77E124}"/>
              </a:ext>
            </a:extLst>
          </p:cNvPr>
          <p:cNvSpPr/>
          <p:nvPr/>
        </p:nvSpPr>
        <p:spPr>
          <a:xfrm>
            <a:off x="360260" y="4897657"/>
            <a:ext cx="2049302" cy="275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73" b="1" i="0" u="none" strike="noStrike" kern="120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SB Aggro Bold" panose="02020603020101020101" pitchFamily="18" charset="-127"/>
                <a:ea typeface="SB Aggro Bold" panose="02020603020101020101" pitchFamily="18" charset="-127"/>
                <a:cs typeface="Helvetica"/>
                <a:sym typeface="Arial"/>
              </a:rPr>
              <a:t>Lessons</a:t>
            </a:r>
            <a:endParaRPr kumimoji="1" lang="ko-KR" altLang="en-US" sz="1373" b="1" i="0" u="none" strike="noStrike" kern="1200" cap="none" spc="0" normalizeH="0" baseline="0" noProof="0" dirty="0">
              <a:ln>
                <a:noFill/>
              </a:ln>
              <a:solidFill>
                <a:srgbClr val="15369F"/>
              </a:solidFill>
              <a:effectLst/>
              <a:uLnTx/>
              <a:uFillTx/>
              <a:latin typeface="SB Aggro Bold" panose="02020603020101020101" pitchFamily="18" charset="-127"/>
              <a:ea typeface="SB Aggro Bold" panose="02020603020101020101" pitchFamily="18" charset="-127"/>
              <a:cs typeface="Helvetica"/>
              <a:sym typeface="Arial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4396104E-0CFD-3670-1177-751DCC5EC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96520"/>
              </p:ext>
            </p:extLst>
          </p:nvPr>
        </p:nvGraphicFramePr>
        <p:xfrm>
          <a:off x="5121018" y="160607"/>
          <a:ext cx="4219342" cy="375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232">
                  <a:extLst>
                    <a:ext uri="{9D8B030D-6E8A-4147-A177-3AD203B41FA5}">
                      <a16:colId xmlns:a16="http://schemas.microsoft.com/office/drawing/2014/main" val="3936652039"/>
                    </a:ext>
                  </a:extLst>
                </a:gridCol>
                <a:gridCol w="961328">
                  <a:extLst>
                    <a:ext uri="{9D8B030D-6E8A-4147-A177-3AD203B41FA5}">
                      <a16:colId xmlns:a16="http://schemas.microsoft.com/office/drawing/2014/main" val="881883040"/>
                    </a:ext>
                  </a:extLst>
                </a:gridCol>
                <a:gridCol w="723682">
                  <a:extLst>
                    <a:ext uri="{9D8B030D-6E8A-4147-A177-3AD203B41FA5}">
                      <a16:colId xmlns:a16="http://schemas.microsoft.com/office/drawing/2014/main" val="896249285"/>
                    </a:ext>
                  </a:extLst>
                </a:gridCol>
                <a:gridCol w="2038100">
                  <a:extLst>
                    <a:ext uri="{9D8B030D-6E8A-4147-A177-3AD203B41FA5}">
                      <a16:colId xmlns:a16="http://schemas.microsoft.com/office/drawing/2014/main" val="3879501617"/>
                    </a:ext>
                  </a:extLst>
                </a:gridCol>
              </a:tblGrid>
              <a:tr h="375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팀명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임원진</a:t>
                      </a: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606482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622C19-AA98-5E24-EDCA-9D64055F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A66460-0B09-4AFC-98E6-39FDAA8788DD}" type="slidenum">
              <a:rPr kumimoji="1" lang="ko-KR" altLang="en-US" sz="981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/>
                <a:sym typeface="Arial"/>
              </a:rPr>
              <a:pPr marL="0" marR="0" lvl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R" altLang="en-US" sz="981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9813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heme/theme1.xml><?xml version="1.0" encoding="utf-8"?>
<a:theme xmlns:a="http://schemas.openxmlformats.org/drawingml/2006/main" name="18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0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2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1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16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3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4.xml><?xml version="1.0" encoding="utf-8"?>
<a:theme xmlns:a="http://schemas.openxmlformats.org/drawingml/2006/main" name="2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2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3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7.xml><?xml version="1.0" encoding="utf-8"?>
<a:theme xmlns:a="http://schemas.openxmlformats.org/drawingml/2006/main" name="10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9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2L Soft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imesaver- PowerLibrary - 061909 NL">
  <a:themeElements>
    <a:clrScheme name="Timesaver- PowerLibrary - 061909 N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00FF"/>
      </a:hlink>
      <a:folHlink>
        <a:srgbClr val="FF00FF"/>
      </a:folHlink>
    </a:clrScheme>
    <a:fontScheme name="Timesaver- PowerLibrary - 061909 NL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Timesaver- PowerLibrary - 061909 N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0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13030</TotalTime>
  <Words>139</Words>
  <Application>Microsoft Office PowerPoint</Application>
  <PresentationFormat>사용자 지정</PresentationFormat>
  <Paragraphs>44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22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0" baseType="lpstr">
      <vt:lpstr>HY견고딕</vt:lpstr>
      <vt:lpstr>LG EI Text TTF Regular</vt:lpstr>
      <vt:lpstr>NanumSquare Neo Bold</vt:lpstr>
      <vt:lpstr>NanumSquare Neo Heavy</vt:lpstr>
      <vt:lpstr>Pretendard Black</vt:lpstr>
      <vt:lpstr>SB Aggro Bold</vt:lpstr>
      <vt:lpstr>나눔고딕</vt:lpstr>
      <vt:lpstr>맑은 고딕</vt:lpstr>
      <vt:lpstr>휴먼편지체</vt:lpstr>
      <vt:lpstr>Arial</vt:lpstr>
      <vt:lpstr>Calibri</vt:lpstr>
      <vt:lpstr>Georgia</vt:lpstr>
      <vt:lpstr>Times New Roman</vt:lpstr>
      <vt:lpstr>Trebuchet MS</vt:lpstr>
      <vt:lpstr>Wingdings</vt:lpstr>
      <vt:lpstr>Wingdings 2</vt:lpstr>
      <vt:lpstr>18_Timesaver- PowerLibrary - 061909 NL</vt:lpstr>
      <vt:lpstr>20_Timesaver- PowerLibrary - 061909 NL</vt:lpstr>
      <vt:lpstr>3_Timesaver- PowerLibrary - 061909 NL</vt:lpstr>
      <vt:lpstr>21_Timesaver- PowerLibrary - 061909 NL</vt:lpstr>
      <vt:lpstr>4_Timesaver- PowerLibrary - 061909 NL</vt:lpstr>
      <vt:lpstr>5_Timesaver- PowerLibrary - 061909 NL</vt:lpstr>
      <vt:lpstr>9_Timesaver- PowerLibrary - 061909 NL</vt:lpstr>
      <vt:lpstr>11_Timesaver- PowerLibrary - 061909 NL</vt:lpstr>
      <vt:lpstr>13_Timesaver- PowerLibrary - 061909 NL</vt:lpstr>
      <vt:lpstr>22_Timesaver- PowerLibrary - 061909 NL</vt:lpstr>
      <vt:lpstr>15_Timesaver- PowerLibrary - 061909 NL</vt:lpstr>
      <vt:lpstr>16_Timesaver- PowerLibrary - 061909 NL</vt:lpstr>
      <vt:lpstr>33_Timesaver- PowerLibrary - 061909 NL</vt:lpstr>
      <vt:lpstr>23_Timesaver- PowerLibrary - 061909 NL</vt:lpstr>
      <vt:lpstr>24_Timesaver- PowerLibrary - 061909 NL</vt:lpstr>
      <vt:lpstr>34_Timesaver- PowerLibrary - 061909 NL</vt:lpstr>
      <vt:lpstr>10_디자인 사용자 지정</vt:lpstr>
      <vt:lpstr>25_Timesaver- PowerLibrary - 061909 NL</vt:lpstr>
      <vt:lpstr>9_디자인 사용자 지정</vt:lpstr>
      <vt:lpstr>19_Timesaver- PowerLibrary - 061909 NL</vt:lpstr>
      <vt:lpstr>2_Timesaver- PowerLibrary - 061909 NL</vt:lpstr>
      <vt:lpstr>1_Office 테마</vt:lpstr>
      <vt:lpstr>think-cell Slide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시뮬레이션 Biz-CEO 교육 www.biz-ceo.co.kr</dc:title>
  <dc:creator>김지연</dc:creator>
  <cp:lastModifiedBy>BS1218_이도현</cp:lastModifiedBy>
  <cp:revision>473</cp:revision>
  <dcterms:modified xsi:type="dcterms:W3CDTF">2026-09-16T07:31:59Z</dcterms:modified>
</cp:coreProperties>
</file>